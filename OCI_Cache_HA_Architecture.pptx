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72cddfbd01464d" /><Relationship Type="http://schemas.openxmlformats.org/officeDocument/2006/relationships/extended-properties" Target="/docProps/app.xml" Id="Rd45ea2dc8ebc4c4b" /><Relationship Type="http://schemas.openxmlformats.org/officeDocument/2006/relationships/officeDocument" Target="/ppt/presentation.xml" Id="Rf437cfefaab04d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77c99a370a4a49"/>
    <p:sldMasterId xmlns:r="http://schemas.openxmlformats.org/officeDocument/2006/relationships" id="2147483689" r:id="R75545cf533c24295"/>
  </p:sldMasterIdLst>
  <p:notesMasterIdLst>
    <p:notesMasterId xmlns:r="http://schemas.openxmlformats.org/officeDocument/2006/relationships" r:id="R3a738ce1c8a34e3c"/>
  </p:notesMasterIdLst>
  <p:sldIdLst>
    <p:sldId xmlns:r="http://schemas.openxmlformats.org/officeDocument/2006/relationships" id="256" r:id="Re60f0b30f9de4a9f"/>
    <p:sldId xmlns:r="http://schemas.openxmlformats.org/officeDocument/2006/relationships" id="257" r:id="Racce8cf925a44cb4"/>
    <p:sldId xmlns:r="http://schemas.openxmlformats.org/officeDocument/2006/relationships" id="258" r:id="R70af056397d044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a1946da7104467" /><Relationship Type="http://schemas.openxmlformats.org/officeDocument/2006/relationships/slideMaster" Target="/ppt/slideMasters/slideMaster1.xml" Id="R8777c99a370a4a49" /><Relationship Type="http://schemas.openxmlformats.org/officeDocument/2006/relationships/slideMaster" Target="/ppt/slideMasters/slideMaster2.xml" Id="R75545cf533c24295" /><Relationship Type="http://schemas.openxmlformats.org/officeDocument/2006/relationships/notesMaster" Target="/ppt/notesMasters/notesMaster1.xml" Id="R3a738ce1c8a34e3c" /><Relationship Type="http://schemas.openxmlformats.org/officeDocument/2006/relationships/presProps" Target="/ppt/presProps.xml" Id="R92e1f344de5f4498" /><Relationship Type="http://schemas.openxmlformats.org/officeDocument/2006/relationships/viewProps" Target="/ppt/viewProps.xml" Id="R428a9943ab644dbb" /><Relationship Type="http://schemas.openxmlformats.org/officeDocument/2006/relationships/tableStyles" Target="/ppt/tableStyles.xml" Id="R4e9ac23b062a464a" /><Relationship Type="http://schemas.openxmlformats.org/officeDocument/2006/relationships/slide" Target="/ppt/slides/slide1.xml" Id="Re60f0b30f9de4a9f" /><Relationship Type="http://schemas.openxmlformats.org/officeDocument/2006/relationships/slide" Target="/ppt/slides/slide2.xml" Id="Racce8cf925a44cb4" /><Relationship Type="http://schemas.openxmlformats.org/officeDocument/2006/relationships/slide" Target="/ppt/slides/slide3.xml" Id="R70af056397d044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9c8a8da532884a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racle-Redwood">
  <a:themeElements>
    <a:clrScheme name="OCI Diagram Theme">
      <a:dk1>
        <a:srgbClr val="312D2A"/>
      </a:dk1>
      <a:lt1>
        <a:srgbClr val="FCFBFA"/>
      </a:lt1>
      <a:dk2>
        <a:srgbClr val="312D2A"/>
      </a:dk2>
      <a:lt2>
        <a:srgbClr val="F5F4F2"/>
      </a:lt2>
      <a:accent1>
        <a:srgbClr val="C74634"/>
      </a:accent1>
      <a:accent2>
        <a:srgbClr val="DFDCD8"/>
      </a:accent2>
      <a:accent3>
        <a:srgbClr val="9E9892"/>
      </a:accent3>
      <a:accent4>
        <a:srgbClr val="70736E"/>
      </a:accent4>
      <a:accent5>
        <a:srgbClr val="AE562C"/>
      </a:accent5>
      <a:accent6>
        <a:srgbClr val="759C6C"/>
      </a:accent6>
      <a:hlink>
        <a:srgbClr val="00688C"/>
      </a:hlink>
      <a:folHlink>
        <a:srgbClr val="00688C"/>
      </a:folHlink>
    </a:clrScheme>
    <a:fontScheme name="Oracle Sans Tabular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OCI Diagram Them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>
          <a:solidFill>
            <a:schemeClr val="phClr">
              <a:shade val="65000"/>
            </a:schemeClr>
          </a:solidFill>
          <a:prstDash val="solid"/>
        </a:ln>
        <a:ln w="3175">
          <a:solidFill>
            <a:schemeClr val="phClr"/>
          </a:solidFill>
          <a:prstDash val="solid"/>
        </a:ln>
        <a:ln w="0">
          <a:noFill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d5122a88964de6" /><Relationship Type="http://schemas.openxmlformats.org/officeDocument/2006/relationships/notesMaster" Target="/ppt/notesMasters/notesMaster1.xml" Id="R2b7112e980c440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79452b55d24bca" /><Relationship Type="http://schemas.openxmlformats.org/officeDocument/2006/relationships/notesMaster" Target="/ppt/notesMasters/notesMaster1.xml" Id="Rc675973ffa0641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df7a2f495d43dd" /><Relationship Type="http://schemas.openxmlformats.org/officeDocument/2006/relationships/notesMaster" Target="/ppt/notesMasters/notesMaster1.xml" Id="R2622fbfa78cf4a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contextualizando que o desenho separa plano de dados e plano de controle.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OCI_Icons.pptx (arquivo fornecido pelo usuário), slides 1 — ícones, canvas, paleta e padrão visual OCI.</a:t>
            </a:r>
          </a:p>
          <a:p xmlns:a="http://schemas.openxmlformats.org/drawingml/2006/main">
            <a:r>
              <a:t>- README.md e docs/GUIA_IMPLEMENTACAO.md do projeto — controles de resiliência e fluxo de Streams.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a troca regional é coordenada pelo HaCacheRouter e pela automação OCI. O endpoint novo só é promovido depois de readiness e validação TLS.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OCI_Icons.pptx (arquivo fornecido pelo usuário), slides 24, 34, 37, 39, 40, 41 e 47 — ícones, canvas, paleta e padrão visual OCI.</a:t>
            </a:r>
          </a:p>
          <a:p xmlns:a="http://schemas.openxmlformats.org/drawingml/2006/main">
            <a:r>
              <a:t>- README.md e docs/GUIA_IMPLEMENTACAO.md do projeto — controles de resiliência e fluxo de Streams.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Percorra o caminho feliz primeiro; depois mostre a PEL, o reclaim de mensagens órfãs e o envio atômico à Dead Letter Stream. Reforce que o handler deve ser idempotente.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OCI_Icons.pptx (arquivo fornecido pelo usuário), slides 27, 34, 37, 39, 40 e 41 — ícones, canvas, paleta e padrão visual OCI.</a:t>
            </a:r>
          </a:p>
          <a:p xmlns:a="http://schemas.openxmlformats.org/drawingml/2006/main">
            <a:r>
              <a:t>- README.md e docs/GUIA_IMPLEMENTACAO.md do projeto — controles de resiliência e fluxo de Streams.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b619a0df2f4bad" /><Relationship Type="http://schemas.openxmlformats.org/officeDocument/2006/relationships/image" Target="/ppt/media/image.png" Id="Re209d64bf5184216" /><Relationship Type="http://schemas.openxmlformats.org/officeDocument/2006/relationships/image" Target="/ppt/media/image.emf" Id="R94597baf9a3547e1" /><Relationship Type="http://schemas.openxmlformats.org/officeDocument/2006/relationships/image" Target="/ppt/media/image.svg" Id="R9eecddde7afc49c0" /><Relationship Type="http://schemas.openxmlformats.org/officeDocument/2006/relationships/image" Target="/ppt/media/image.jpeg" Id="Rdd927ff0892346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972940a144f6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831aea0b2243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6ca7d3515b4788" /><Relationship Type="http://schemas.openxmlformats.org/officeDocument/2006/relationships/image" Target="/ppt/media/image.emf" Id="Rfbc3f46cf61c4ed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9e6fd14a43428b" /><Relationship Type="http://schemas.openxmlformats.org/officeDocument/2006/relationships/image" Target="/ppt/media/image.emf" Id="R7a561452f89c4e7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bfbb2a5a70478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8e67aae1e94a7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5e62765cfb40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a7565e03f8435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8462555e664f1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8cea30a9f7406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087230ff3f4ac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945d63016248c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a516bc4391405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c14f5d9c6148e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5d0edd089f46b5" /><Relationship Type="http://schemas.openxmlformats.org/officeDocument/2006/relationships/image" Target="/ppt/media/image.emf" Id="Rbeaed03a75474c55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069fa1e01748b0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a4be1f5a44f90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8e19c66b0b45dd" /><Relationship Type="http://schemas.openxmlformats.org/officeDocument/2006/relationships/image" Target="/ppt/media/image2.png" Id="Rd01fab093fdb4806" /><Relationship Type="http://schemas.openxmlformats.org/officeDocument/2006/relationships/image" Target="/ppt/media/image.emf" Id="R603aa2f141964161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782e5b3992406f" /><Relationship Type="http://schemas.openxmlformats.org/officeDocument/2006/relationships/image" Target="/ppt/media/image2.png" Id="Re57241623838468f" /><Relationship Type="http://schemas.openxmlformats.org/officeDocument/2006/relationships/image" Target="/ppt/media/image.emf" Id="R9a6b8867a2d249e0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c1c56b5c1c4162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08093382e34ab6" /><Relationship Type="http://schemas.openxmlformats.org/officeDocument/2006/relationships/image" Target="/ppt/media/image2.png" Id="R4ee5abf22fe84367" /><Relationship Type="http://schemas.openxmlformats.org/officeDocument/2006/relationships/image" Target="/ppt/media/image.emf" Id="R49f0d357d232494e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44dee0ddbf42a1" /><Relationship Type="http://schemas.openxmlformats.org/officeDocument/2006/relationships/image" Target="/ppt/media/image2.png" Id="R463d29bf7dc1471e" /><Relationship Type="http://schemas.openxmlformats.org/officeDocument/2006/relationships/image" Target="/ppt/media/image.emf" Id="R4888f8d71ec545c3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925613e36a4875" /><Relationship Type="http://schemas.openxmlformats.org/officeDocument/2006/relationships/image" Target="/ppt/media/image.emf" Id="Re2ff413298da4afb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8fff1754554dd3" /><Relationship Type="http://schemas.openxmlformats.org/officeDocument/2006/relationships/image" Target="/ppt/media/image2.png" Id="Rb3108f58264a4dd3" /><Relationship Type="http://schemas.openxmlformats.org/officeDocument/2006/relationships/image" Target="/ppt/media/image.emf" Id="Rc3d6f031d3eb4380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88e066d76248c1" /><Relationship Type="http://schemas.openxmlformats.org/officeDocument/2006/relationships/image" Target="/ppt/media/image2.png" Id="Ra6f4c52bc2fb48c9" /><Relationship Type="http://schemas.openxmlformats.org/officeDocument/2006/relationships/image" Target="/ppt/media/image.emf" Id="Rbe960921d54f46ba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97c80c9eb64552" /><Relationship Type="http://schemas.openxmlformats.org/officeDocument/2006/relationships/image" Target="/ppt/media/image.emf" Id="R3d0a156de2a84f7d" /><Relationship Type="http://schemas.openxmlformats.org/officeDocument/2006/relationships/image" Target="/ppt/media/image.svg" Id="Ree4bdf58cb7e424f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805ebd9144445a" /><Relationship Type="http://schemas.openxmlformats.org/officeDocument/2006/relationships/image" Target="/ppt/media/image3.png" Id="R62aab532586345d3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d08f116762442f" /><Relationship Type="http://schemas.openxmlformats.org/officeDocument/2006/relationships/image" Target="/ppt/media/image.emf" Id="R7170cadff4534fc8" /><Relationship Type="http://schemas.openxmlformats.org/officeDocument/2006/relationships/image" Target="/ppt/media/image.svg" Id="Rf3cef5c9553944e4" /><Relationship Type="http://schemas.openxmlformats.org/officeDocument/2006/relationships/image" Target="/ppt/media/image2.jpeg" Id="R1af450e865254823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b71caa356b4201" /><Relationship Type="http://schemas.openxmlformats.org/officeDocument/2006/relationships/image" Target="/ppt/media/image.emf" Id="Recb91ae57da644db" /><Relationship Type="http://schemas.openxmlformats.org/officeDocument/2006/relationships/image" Target="/ppt/media/image.svg" Id="R95d2a6647b2c4ad5" /><Relationship Type="http://schemas.openxmlformats.org/officeDocument/2006/relationships/image" Target="/ppt/media/image3.jpeg" Id="Rb713eb1205f44da3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095a0c7c4b4101" /><Relationship Type="http://schemas.openxmlformats.org/officeDocument/2006/relationships/image" Target="/ppt/media/image.emf" Id="Rd12de73fe87a4231" /><Relationship Type="http://schemas.openxmlformats.org/officeDocument/2006/relationships/image" Target="/ppt/media/image.svg" Id="Rb32282d2b2644a25" /><Relationship Type="http://schemas.openxmlformats.org/officeDocument/2006/relationships/image" Target="/ppt/media/image4.jpeg" Id="R96e5a65825ab4d48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570600384442a9" /><Relationship Type="http://schemas.openxmlformats.org/officeDocument/2006/relationships/image" Target="/ppt/media/image5.jpeg" Id="R77dc966398b44b53" /><Relationship Type="http://schemas.openxmlformats.org/officeDocument/2006/relationships/image" Target="/ppt/media/image.emf" Id="R4c3046a54ba041ad" /><Relationship Type="http://schemas.openxmlformats.org/officeDocument/2006/relationships/image" Target="/ppt/media/image.svg" Id="R9df1a7ba8cee499e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0bfb3e60b24aa9" /><Relationship Type="http://schemas.openxmlformats.org/officeDocument/2006/relationships/image" Target="/ppt/media/image.emf" Id="Rdb07fa74011f4ee1" /><Relationship Type="http://schemas.openxmlformats.org/officeDocument/2006/relationships/image" Target="/ppt/media/image.svg" Id="R1b950dbfab0a4b75" /><Relationship Type="http://schemas.openxmlformats.org/officeDocument/2006/relationships/image" Target="/ppt/media/image6.jpeg" Id="R888a3bd8e7504ca6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534a5436cc47de" /><Relationship Type="http://schemas.openxmlformats.org/officeDocument/2006/relationships/image" Target="/ppt/media/image.emf" Id="Rb4d9e20fe42348e3" /><Relationship Type="http://schemas.openxmlformats.org/officeDocument/2006/relationships/image" Target="/ppt/media/image.svg" Id="R28b2360d8ed54b79" /><Relationship Type="http://schemas.openxmlformats.org/officeDocument/2006/relationships/image" Target="/ppt/media/image7.jpeg" Id="Rb7dd65ffaf9249de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2062fa095d4c73" /><Relationship Type="http://schemas.openxmlformats.org/officeDocument/2006/relationships/image" Target="/ppt/media/image.emf" Id="R1541b9b5222844e0" /><Relationship Type="http://schemas.openxmlformats.org/officeDocument/2006/relationships/image" Target="/ppt/media/image.svg" Id="R4c907e70c0e547cc" /><Relationship Type="http://schemas.openxmlformats.org/officeDocument/2006/relationships/image" Target="/ppt/media/image8.jpeg" Id="Rf7186642baae49d2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ea31ba7a004819" /><Relationship Type="http://schemas.openxmlformats.org/officeDocument/2006/relationships/image" Target="/ppt/media/image.emf" Id="R3b479e994b814af4" /><Relationship Type="http://schemas.openxmlformats.org/officeDocument/2006/relationships/image" Target="/ppt/media/image.svg" Id="R28df328614cb42c5" /><Relationship Type="http://schemas.openxmlformats.org/officeDocument/2006/relationships/image" Target="/ppt/media/image9.jpeg" Id="R63e3c9bc6dfc4d15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d9402e544b4d51" /><Relationship Type="http://schemas.openxmlformats.org/officeDocument/2006/relationships/image" Target="/ppt/media/image.emf" Id="R86ba2965d1844a50" /><Relationship Type="http://schemas.openxmlformats.org/officeDocument/2006/relationships/image" Target="/ppt/media/image.svg" Id="R578b537c9c63436c" /><Relationship Type="http://schemas.openxmlformats.org/officeDocument/2006/relationships/image" Target="/ppt/media/image10.jpeg" Id="R997882a9264447db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3186d7b2b84ff5" /><Relationship Type="http://schemas.openxmlformats.org/officeDocument/2006/relationships/image" Target="/ppt/media/image.emf" Id="R52f2e73b56c54249" /><Relationship Type="http://schemas.openxmlformats.org/officeDocument/2006/relationships/image" Target="/ppt/media/image.svg" Id="R46fb4d45c5e641cb" /><Relationship Type="http://schemas.openxmlformats.org/officeDocument/2006/relationships/image" Target="/ppt/media/image11.jpeg" Id="Rf1dc6439c8a74acf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877526900c4427" /><Relationship Type="http://schemas.openxmlformats.org/officeDocument/2006/relationships/image" Target="/ppt/media/image2.png" Id="R84e8456b35d848fc" /><Relationship Type="http://schemas.openxmlformats.org/officeDocument/2006/relationships/image" Target="/ppt/media/image.emf" Id="R82d569a252a5486c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c2ab999ddf4481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8864ccadd6c4c09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346b07e9413438e" /><Relationship Type="http://schemas.openxmlformats.org/officeDocument/2006/relationships/image" Target="/ppt/media/image2.svg" Id="Ra9f47d0557c140c7" /><Relationship Type="http://schemas.openxmlformats.org/officeDocument/2006/relationships/image" Target="/ppt/media/image2.jpeg" Id="Rfe8a3d0cea0547f4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8957b7f928e437b" /><Relationship Type="http://schemas.openxmlformats.org/officeDocument/2006/relationships/image" Target="/ppt/media/image2.jpeg" Id="R723b5bad515d4591" /><Relationship Type="http://schemas.openxmlformats.org/officeDocument/2006/relationships/image" Target="/ppt/media/image2.svg" Id="R207dd7f4992e40f0" /></Relationships>
</file>

<file path=ppt/slideLayouts/slideLayout1.xml><?xml version="1.0" encoding="utf-8"?>
<p:sldLayout xmlns:p="http://schemas.openxmlformats.org/presentationml/2006/main" showMasterSp="0" preserve="1">
  <p:cSld name="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Clou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9d64bf518421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60484" y="20917"/>
            <a:ext cx="4331516" cy="2542941"/>
          </a:xfrm>
          <a:prstGeom xmlns:a="http://schemas.openxmlformats.org/drawingml/2006/main" prst="rect">
            <a:avLst/>
          </a:prstGeom>
        </p:spPr>
      </p:pic>
      <p:pic>
        <p:nvPicPr>
          <p:cNvPr id="30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97baf9a3547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1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97baf9a3547e1">
            <a:extLst>
              <a:ext uri="{96DAC541-7B7A-43D3-8B79-37D633B846F1}">
                <asvg:svgBlip xmlns:asvg="http://schemas.microsoft.com/office/drawing/2016/SVG/main" r:embed="R9eecddde7afc49c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Title goes here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AE562C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5595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3188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26349A69-90E3-45DB-BC86-3B7FB26B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482" cy="685736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dd927ff089234652"/>
            <a:stretch>
              <a:fillRect l="0" t="0" r="0" b="0"/>
            </a:stretch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preserve="1">
  <p:cSld name="Light - Title 1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131DBF8-F618-4198-88BA-FD1569B2979A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332461-0228-4CE6-818B-14050AF0840D}" type="datetime1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58AA26E-E9A4-4CE1-9157-28062D2322ED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FB3DA01-00EF-4B14-8325-24C1135260F9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B9AD53CC-DC4B-493A-A31F-251C36811399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766763" y="1600201"/>
            <a:ext cx="10671175" cy="45069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7" name="Title 1">
            <a:extLst xmlns:a="http://schemas.openxmlformats.org/drawingml/2006/main">
              <a:ext uri="{FF2B5EF4-FFF2-40B4-BE49-F238E27FC236}">
                <a16:creationId xmlns:a16="http://schemas.microsoft.com/office/drawing/2014/main" id="{C3FB6D10-A56F-46BF-8672-E18296A83AD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182403"/>
            <a:ext cx="10671048" cy="8229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Light - Title/Subtitle 1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6763" y="1014709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6763" y="1600201"/>
            <a:ext cx="10671175" cy="45069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E4D9CD-CDC4-4642-8CDA-7351404FC2D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8C5C278-52DE-4C8A-933B-1109B3282E51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7CF7386-AF3C-4BD8-832B-AC56F7B7E4F1}" type="datetime1">
              <a:t>4/26/2024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E2CE12F3-375D-4B05-A71D-DA14DF8ADB8E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7A59FA82-C146-45DF-AE7B-4B5698706BEA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Light - Title 2 Column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8875" y="1608575"/>
            <a:ext cx="508406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485FA81E-C1F1-497D-8C30-5E85B6CB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9577" y="1608575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2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6366215" y="1608575"/>
            <a:ext cx="508406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pic>
        <p:nvPicPr>
          <p:cNvPr id="23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3f46cf61c4e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D69740FE-E1B8-466B-970A-4E081BCA314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959A2DB-C5C1-4EE1-AACB-216D980708B8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D225CC8-2DCD-421C-8DA9-5A1321322184}" type="datetime1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6DC0504-19F8-4069-8B02-83766B3CAF7F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64D6D2F-6BC7-48B4-B7A5-AD19749245D6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1b_Light - Title 2 Column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6EE84FE9-09EA-433E-A982-BD9B98AA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9577" y="1608575"/>
            <a:ext cx="0" cy="137924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2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6366215" y="1608575"/>
            <a:ext cx="508406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pic>
        <p:nvPicPr>
          <p:cNvPr id="22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61452f89c4e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D69740FE-E1B8-466B-970A-4E081BCA314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959A2DB-C5C1-4EE1-AACB-216D980708B8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D225CC8-2DCD-421C-8DA9-5A1321322184}" type="datetime1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6DC0504-19F8-4069-8B02-83766B3CAF7F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64D6D2F-6BC7-48B4-B7A5-AD19749245D6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>
  <p:cSld name="Light - Title/Subtitle 2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6763" y="1014984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6763" y="1608297"/>
            <a:ext cx="508406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732159E2-2380-4BE2-94F6-779EA6E1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521" y="1608298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2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6366215" y="1608297"/>
            <a:ext cx="508406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65FA2D-6C94-456B-8DE9-80C7A3BE2C1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CD06EC0-4AE6-4D7C-87DE-D393DC47ED94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41E71E9-A8ED-4FF5-B66D-14641AA84A5F}" type="datetime1">
              <a:t>4/26/2024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E594DB29-C2B8-4F61-8419-EEE3D1E837A1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4C4C4FB3-367C-49DA-9BEF-99BD8CD346F0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>
  <p:cSld name="Light - Title 3 Column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8875" y="1609725"/>
            <a:ext cx="330098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3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DF182D80-E42D-40F0-9BA9-13339988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415" y="1609725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Content 2">
            <a:extLst xmlns:a="http://schemas.openxmlformats.org/drawingml/2006/main"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4456971" y="1609725"/>
            <a:ext cx="330098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Column Divider 2">
            <a:extLst xmlns:a="http://schemas.openxmlformats.org/drawingml/2006/main">
              <a:ext uri="{FF2B5EF4-FFF2-40B4-BE49-F238E27FC236}">
                <a16:creationId xmlns:a16="http://schemas.microsoft.com/office/drawing/2014/main" id="{9A2710A3-AE89-44DE-8D05-92FF87B3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511" y="1609725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4706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3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8145067" y="1609725"/>
            <a:ext cx="330098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3D2FFF47-983C-4CE2-9048-1317EB4F32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D56EEFB-7FCA-4C8C-BD9A-59CFF6BBA9AB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EB99C5-A240-43E3-B2F9-F67C2DE25171}" type="datetime1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A095ECF-3404-41BC-B49D-2616D73127C4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F9C599-3545-4260-BC77-88BD7619A101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>
  <p:cSld name="Light - Title/Subtitle 3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6763" y="1014984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6763" y="1609724"/>
            <a:ext cx="330098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4E1B1375-324C-4F98-BDE2-0DCB41B1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915" y="1609724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2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4456083" y="1609724"/>
            <a:ext cx="330098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3" name="Column Divider 2">
            <a:extLst xmlns:a="http://schemas.openxmlformats.org/drawingml/2006/main">
              <a:ext uri="{FF2B5EF4-FFF2-40B4-BE49-F238E27FC236}">
                <a16:creationId xmlns:a16="http://schemas.microsoft.com/office/drawing/2014/main" id="{BEF84AD1-0A2B-4CC4-9307-56C98180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236" y="1609724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Content 3">
            <a:extLst xmlns:a="http://schemas.openxmlformats.org/drawingml/2006/main"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8145405" y="1609724"/>
            <a:ext cx="330098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26210A-4112-4730-8F81-3CAE5C391FD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CAD3E0A-0143-42FC-B8B6-EBC1FF990000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6C5096-6188-4396-9E8E-C7DC5E109130}" type="datetime1">
              <a:t>4/26/2024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D46B54D-91F2-4210-9BEA-3B59824207D9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F0900B02-4438-4597-85D3-D93A97B15462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1_Light - Title/Subtitle 3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6763" y="1014984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6763" y="1609724"/>
            <a:ext cx="330098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2CB5CA43-3C9F-4936-B1A6-427861AA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915" y="1609724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2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4456083" y="1609724"/>
            <a:ext cx="6981728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26210A-4112-4730-8F81-3CAE5C391FD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CAD3E0A-0143-42FC-B8B6-EBC1FF990000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6C5096-6188-4396-9E8E-C7DC5E109130}" type="datetime1">
              <a:t>4/26/2024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D46B54D-91F2-4210-9BEA-3B59824207D9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F0900B02-4438-4597-85D3-D93A97B15462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Light - Title 4 Column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8875" y="1609724"/>
            <a:ext cx="2478024" cy="4525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3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EDF66095-E762-4E04-9C69-26B92808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450" y="1590159"/>
            <a:ext cx="0" cy="4525997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Content 2">
            <a:extLst xmlns:a="http://schemas.openxmlformats.org/drawingml/2006/main"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3502001" y="1609724"/>
            <a:ext cx="2478024" cy="4525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Column Divider 2">
            <a:extLst xmlns:a="http://schemas.openxmlformats.org/drawingml/2006/main">
              <a:ext uri="{FF2B5EF4-FFF2-40B4-BE49-F238E27FC236}">
                <a16:creationId xmlns:a16="http://schemas.microsoft.com/office/drawing/2014/main" id="{A6A8AE4A-4710-42A4-ABF5-158A2E83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7576" y="1590159"/>
            <a:ext cx="0" cy="4525997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4706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3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6235127" y="1609724"/>
            <a:ext cx="2478024" cy="4525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9" name="Column Divider 3">
            <a:extLst xmlns:a="http://schemas.openxmlformats.org/drawingml/2006/main">
              <a:ext uri="{FF2B5EF4-FFF2-40B4-BE49-F238E27FC236}">
                <a16:creationId xmlns:a16="http://schemas.microsoft.com/office/drawing/2014/main" id="{D8776905-FBC1-4FBC-9C84-86D99D81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0702" y="1590159"/>
            <a:ext cx="0" cy="4525997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4706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Content 4">
            <a:extLst xmlns:a="http://schemas.openxmlformats.org/drawingml/2006/main">
              <a:ext uri="{FF2B5EF4-FFF2-40B4-BE49-F238E27FC236}">
                <a16:creationId xmlns:a16="http://schemas.microsoft.com/office/drawing/2014/main" id="{4FB98D34-E09D-43FC-9515-8F7C37635BFF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8968254" y="1609724"/>
            <a:ext cx="2478024" cy="4525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E665C0AC-7132-4356-88D4-79E4A49B2CE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A131A1D-D1FF-4A37-8531-B67D54ED466D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81BC09-957D-45CD-9E0C-0CFA8700F9F5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8EC9026-CA1C-465B-ADD5-AE1F9B7A0775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3064CFB-254B-4876-8556-026D173672E6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Light - Title/Subtitle 4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6763" y="1014984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6763" y="1609725"/>
            <a:ext cx="2478024" cy="4506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CEB2A0B3-A0DB-46BB-BBA2-9CBC9427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924" y="1609667"/>
            <a:ext cx="0" cy="45080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2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3503061" y="1609725"/>
            <a:ext cx="2478024" cy="4506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3" name="Column Divider 2">
            <a:extLst xmlns:a="http://schemas.openxmlformats.org/drawingml/2006/main">
              <a:ext uri="{FF2B5EF4-FFF2-40B4-BE49-F238E27FC236}">
                <a16:creationId xmlns:a16="http://schemas.microsoft.com/office/drawing/2014/main" id="{9395EE7C-1038-4A93-91B0-CD556102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0222" y="1609667"/>
            <a:ext cx="0" cy="45080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Content 3">
            <a:extLst xmlns:a="http://schemas.openxmlformats.org/drawingml/2006/main"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6239359" y="1609725"/>
            <a:ext cx="2478024" cy="4506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5" name="Column Divider 3">
            <a:extLst xmlns:a="http://schemas.openxmlformats.org/drawingml/2006/main">
              <a:ext uri="{FF2B5EF4-FFF2-40B4-BE49-F238E27FC236}">
                <a16:creationId xmlns:a16="http://schemas.microsoft.com/office/drawing/2014/main" id="{199DE6F2-4AC6-4650-8A23-46DDDF1D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6520" y="1609667"/>
            <a:ext cx="0" cy="45080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Content 4">
            <a:extLst xmlns:a="http://schemas.openxmlformats.org/drawingml/2006/main">
              <a:ext uri="{FF2B5EF4-FFF2-40B4-BE49-F238E27FC236}">
                <a16:creationId xmlns:a16="http://schemas.microsoft.com/office/drawing/2014/main" id="{687CB06A-9B62-47DB-BA7A-177E12DFB17E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8975659" y="1609725"/>
            <a:ext cx="2478024" cy="4506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72191157-EC2D-4417-9959-2EA7D1DAFF5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2388CBD-B05C-4885-A081-172C87DCAD84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1BEC230-374E-4E2A-8BB1-C01222A51658}" type="datetime1">
              <a:t>4/26/2024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CE56F53-8C5C-4F85-9969-353868B64B25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589360B9-A253-468B-B3D3-70CC43B07468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Light - Title Quad Infographic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xmlns:a="http://schemas.openxmlformats.org/drawingml/2006/main" noGrp="1"/>
          </p:cNvSpPr>
          <p:nvPr>
            <p:ph type="pic" idx="23"/>
          </p:nvPr>
        </p:nvSpPr>
        <p:spPr>
          <a:xfrm xmlns:a="http://schemas.openxmlformats.org/drawingml/2006/main">
            <a:off x="768875" y="1609209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25" name="Text Field 1">
            <a:extLst xmlns:a="http://schemas.openxmlformats.org/drawingml/2006/main"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635245" y="1609209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5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xmlns:a="http://schemas.openxmlformats.org/drawingml/2006/main" noGrp="1"/>
          </p:cNvSpPr>
          <p:nvPr>
            <p:ph type="pic" idx="25"/>
          </p:nvPr>
        </p:nvSpPr>
        <p:spPr>
          <a:xfrm xmlns:a="http://schemas.openxmlformats.org/drawingml/2006/main">
            <a:off x="6350303" y="1609209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31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8224823" y="1609209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xmlns:a="http://schemas.openxmlformats.org/drawingml/2006/main" noGrp="1"/>
          </p:cNvSpPr>
          <p:nvPr>
            <p:ph type="pic" idx="24"/>
          </p:nvPr>
        </p:nvSpPr>
        <p:spPr>
          <a:xfrm xmlns:a="http://schemas.openxmlformats.org/drawingml/2006/main">
            <a:off x="768875" y="4240646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29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2635245" y="4240646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6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xmlns:a="http://schemas.openxmlformats.org/drawingml/2006/main" noGrp="1"/>
          </p:cNvSpPr>
          <p:nvPr>
            <p:ph type="pic" idx="26"/>
          </p:nvPr>
        </p:nvSpPr>
        <p:spPr>
          <a:xfrm xmlns:a="http://schemas.openxmlformats.org/drawingml/2006/main">
            <a:off x="6350303" y="4240646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32" name="Text Field 4">
            <a:extLst xmlns:a="http://schemas.openxmlformats.org/drawingml/2006/main"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224823" y="4240646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E3EED3DC-3691-46BD-9B48-E2C270C741F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8BE0263-5FD6-4DE6-B9D0-79EF81804AF3}"/>
              </a:ext>
            </a:extLst>
          </p:cNvPr>
          <p:cNvSpPr>
            <a:spLocks xmlns:a="http://schemas.openxmlformats.org/drawingml/2006/main" noGrp="1"/>
          </p:cNvSpPr>
          <p:nvPr>
            <p:ph type="dt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4A390E-87D2-4CBA-AB20-722C39F2889C}" type="datetime1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C6C050F-728D-4BEF-B207-F42452F3527D}"/>
              </a:ext>
            </a:extLst>
          </p:cNvPr>
          <p:cNvSpPr>
            <a:spLocks xmlns:a="http://schemas.openxmlformats.org/drawingml/2006/main" noGrp="1"/>
          </p:cNvSpPr>
          <p:nvPr>
            <p:ph type="ftr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446726-6BED-4C16-B2F2-97FDB0765DB8}"/>
              </a:ext>
            </a:extLst>
          </p:cNvPr>
          <p:cNvSpPr>
            <a:spLocks xmlns:a="http://schemas.openxmlformats.org/drawingml/2006/main" noGrp="1"/>
          </p:cNvSpPr>
          <p:nvPr>
            <p:ph type="sldNum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Light - Numbered Outlin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62000" y="1609724"/>
            <a:ext cx="10687050" cy="4505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365125" indent="-365125">
              <a:buClr>
                <a:schemeClr val="accent5"/>
              </a:buClr>
              <a:buFont typeface="+mj-lt"/>
              <a:buAutoNum type="arabicPeriod"/>
              <a:defRPr/>
            </a:lvl1pPr>
            <a:lvl2pPr marL="548640">
              <a:buNone/>
              <a:defRPr/>
            </a:lvl2pPr>
            <a:lvl3pPr marL="731520">
              <a:buNone/>
              <a:defRPr/>
            </a:lvl3pPr>
            <a:lvl4pPr marL="914400">
              <a:buNone/>
              <a:defRPr/>
            </a:lvl4pPr>
            <a:lvl5pPr marL="109728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xmlns:a="http://schemas.openxmlformats.org/drawingml/2006/main" noGrp="1"/>
          </p:cNvSpPr>
          <p:nvPr>
            <p:ph type="dt" idx="4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E8C36C-F008-469A-BF62-824F3D1C5E70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xmlns:a="http://schemas.openxmlformats.org/drawingml/2006/main" noGrp="1"/>
          </p:cNvSpPr>
          <p:nvPr>
            <p:ph type="ftr" idx="4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xmlns:a="http://schemas.openxmlformats.org/drawingml/2006/main" noGrp="1"/>
          </p:cNvSpPr>
          <p:nvPr>
            <p:ph type="sldNum" idx="4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Light - Numbered Outline 2 Column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62000" y="1609724"/>
            <a:ext cx="5084064" cy="4505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365125" indent="-365125">
              <a:buClr>
                <a:schemeClr val="accent5"/>
              </a:buClr>
              <a:buFont typeface="+mj-lt"/>
              <a:buAutoNum type="arabicPeriod"/>
              <a:defRPr/>
            </a:lvl1pPr>
            <a:lvl2pPr marL="548640">
              <a:buNone/>
              <a:defRPr/>
            </a:lvl2pPr>
            <a:lvl3pPr marL="731520">
              <a:buNone/>
              <a:defRPr/>
            </a:lvl3pPr>
            <a:lvl4pPr marL="914400">
              <a:buNone/>
              <a:defRPr/>
            </a:lvl4pPr>
            <a:lvl5pPr marL="109728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xmlns:a="http://schemas.openxmlformats.org/drawingml/2006/main" noGrp="1"/>
          </p:cNvSpPr>
          <p:nvPr>
            <p:ph type="dt" idx="4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FE6BCD-072B-4C98-999C-2F1BF08A8651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xmlns:a="http://schemas.openxmlformats.org/drawingml/2006/main" noGrp="1"/>
          </p:cNvSpPr>
          <p:nvPr>
            <p:ph type="ftr" idx="4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xmlns:a="http://schemas.openxmlformats.org/drawingml/2006/main" noGrp="1"/>
          </p:cNvSpPr>
          <p:nvPr>
            <p:ph type="sldNum" idx="4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9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3AB42C3-C7C2-47CD-8E87-C5D5963E7A0E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6364986" y="1609724"/>
            <a:ext cx="5084064" cy="4505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365125" indent="-365125">
              <a:buClr>
                <a:schemeClr val="accent5"/>
              </a:buClr>
              <a:buFont typeface="+mj-lt"/>
              <a:buAutoNum type="arabicPeriod"/>
              <a:defRPr/>
            </a:lvl1pPr>
            <a:lvl2pPr marL="548640">
              <a:buNone/>
              <a:defRPr/>
            </a:lvl2pPr>
            <a:lvl3pPr marL="731520">
              <a:buNone/>
              <a:defRPr/>
            </a:lvl3pPr>
            <a:lvl4pPr marL="914400">
              <a:buNone/>
              <a:defRPr/>
            </a:lvl4pPr>
            <a:lvl5pPr marL="109728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>
  <p:cSld name="Light - Title/Subtitle Quad Infographic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ubtitle">
            <a:extLst xmlns:a="http://schemas.openxmlformats.org/drawingml/2006/main">
              <a:ext uri="{FF2B5EF4-FFF2-40B4-BE49-F238E27FC236}">
                <a16:creationId xmlns:a16="http://schemas.microsoft.com/office/drawing/2014/main" id="{F8627394-C302-DF4A-A2CC-76DC053BE227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766763" y="1014984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3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xmlns:a="http://schemas.openxmlformats.org/drawingml/2006/main" noGrp="1"/>
          </p:cNvSpPr>
          <p:nvPr>
            <p:ph type="pic" idx="23"/>
          </p:nvPr>
        </p:nvSpPr>
        <p:spPr>
          <a:xfrm xmlns:a="http://schemas.openxmlformats.org/drawingml/2006/main">
            <a:off x="766763" y="1609725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25" name="Text Field 1">
            <a:extLst xmlns:a="http://schemas.openxmlformats.org/drawingml/2006/main"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635245" y="1609725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5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xmlns:a="http://schemas.openxmlformats.org/drawingml/2006/main" noGrp="1"/>
          </p:cNvSpPr>
          <p:nvPr>
            <p:ph type="pic" idx="25"/>
          </p:nvPr>
        </p:nvSpPr>
        <p:spPr>
          <a:xfrm xmlns:a="http://schemas.openxmlformats.org/drawingml/2006/main">
            <a:off x="6350303" y="1609725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31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8224823" y="1609725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xmlns:a="http://schemas.openxmlformats.org/drawingml/2006/main" noGrp="1"/>
          </p:cNvSpPr>
          <p:nvPr>
            <p:ph type="pic" idx="24"/>
          </p:nvPr>
        </p:nvSpPr>
        <p:spPr>
          <a:xfrm xmlns:a="http://schemas.openxmlformats.org/drawingml/2006/main">
            <a:off x="766763" y="4241162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29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2635245" y="4241162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6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xmlns:a="http://schemas.openxmlformats.org/drawingml/2006/main" noGrp="1"/>
          </p:cNvSpPr>
          <p:nvPr>
            <p:ph type="pic" idx="26"/>
          </p:nvPr>
        </p:nvSpPr>
        <p:spPr>
          <a:xfrm xmlns:a="http://schemas.openxmlformats.org/drawingml/2006/main">
            <a:off x="6350303" y="4241162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32" name="Text Field 4">
            <a:extLst xmlns:a="http://schemas.openxmlformats.org/drawingml/2006/main"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224823" y="4241162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EA56FC21-9E73-4F6F-9512-715B2F6AE70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0A4CAAD-4985-4FFF-BE24-1873DC385CA6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567B211-6658-437D-83F1-FBB0057E47DE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DD6AD3B-D115-41B9-A024-91B560E170A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F57306-2538-4D77-8134-400C30C727E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6.xml><?xml version="1.0" encoding="utf-8"?>
<p:sldLayout xmlns:p="http://schemas.openxmlformats.org/presentationml/2006/main" showMasterSp="0" preserve="1">
  <p:cSld name="Light - Blank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ed03a75474c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ed03a75474c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6E29D2F-E9BE-442D-8048-30D82B0FA2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FD97975-0B61-466D-9FCF-B31DF2BCED0C}" type="datetime1">
              <a:t>4/26/2024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249E66D-873C-4E3D-B665-952DA3AD6C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52D4C26-D77F-4F76-BA95-32055FEC61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>
  <p:cSld name="Light - 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F5090641-BB3E-479D-A754-1B2B6F37AEB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153D77D-CD9E-445C-8F26-904F65B519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98B69A-3FDC-4CAF-AA64-2A38456C3B7B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0DAEFA0-C12C-4365-A532-D29F819542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6038FD-33E0-4C25-AC00-13FEB177A4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>
  <p:cSld name="Light - Title/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ubtitle">
            <a:extLst xmlns:a="http://schemas.openxmlformats.org/drawingml/2006/main"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024235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C6A8D35-C90D-428D-8E15-6F958679D9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6526A55-50C7-43D1-9A4E-DE6E31578685}"/>
              </a:ext>
            </a:extLst>
          </p:cNvPr>
          <p:cNvSpPr>
            <a:spLocks xmlns:a="http://schemas.openxmlformats.org/drawingml/2006/main" noGrp="1"/>
          </p:cNvSpPr>
          <p:nvPr>
            <p:ph type="dt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77B88C8-B304-42E2-BB3F-7BB2000C45BA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47ED885-1287-4046-BFFE-E5DEC702C7AE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9C1380-E61D-4D70-B7A9-EA2CA56D1441}"/>
              </a:ext>
            </a:extLst>
          </p:cNvPr>
          <p:cNvSpPr>
            <a:spLocks xmlns:a="http://schemas.openxmlformats.org/drawingml/2006/main" noGrp="1"/>
          </p:cNvSpPr>
          <p:nvPr>
            <p:ph type="sldNum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Light - Metric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01fab093fdb4806"/>
          <a:srcRect xmlns:a="http://schemas.openxmlformats.org/drawingml/2006/main" l="49576" t="0" r="0" b="0"/>
          <a:stretch xmlns:a="http://schemas.openxmlformats.org/drawingml/2006/main"/>
        </p:blipFill>
        <p:spPr>
          <a:xfrm xmlns:a="http://schemas.openxmlformats.org/drawingml/2006/main">
            <a:off x="6044249" y="0"/>
            <a:ext cx="6147750" cy="6858000"/>
          </a:xfrm>
          <a:prstGeom xmlns:a="http://schemas.openxmlformats.org/drawingml/2006/main" prst="rect">
            <a:avLst/>
          </a:prstGeom>
        </p:spPr>
      </p:pic>
      <p:pic>
        <p:nvPicPr>
          <p:cNvPr id="12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3aa2f1419641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71217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A83AB0E-EC5F-476F-B6A9-E6F9CE84E95A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723900" y="1600200"/>
            <a:ext cx="5072063" cy="2319489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600" b="0">
                <a:solidFill>
                  <a:srgbClr val="AE562C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00%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4EF74DF-FD68-4CDF-B4CE-342E7A165BCB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4EB18A2-7EBE-4232-99F5-52F53521DCFC}" type="datetime1">
              <a:t>4/26/2024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89C4B030-1E0B-4CB0-87B4-DF607257368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CBADD7B5-9676-40DE-A88A-5EC3D33A6577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0" preserve="1">
  <p:cSld name="Light - Data Texture 07 Blank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24162383846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1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b8867a2d249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ADFA4C3-C577-4944-B23B-0E8CEECA00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141F94-A6C5-4BF7-A508-2C3B85711BB9}" type="datetime1">
              <a:t>4/26/2024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E548FBC-C180-4348-924F-1AD0DE33EC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2993164-8F12-4A57-BCB2-ECAB88B102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>
  <p:cSld name="Light - Safe Harbo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F7C5FACA-CB69-F341-96EC-26010292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" y="184150"/>
            <a:ext cx="10671048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indent="0">
              <a:lnSpc>
                <a:spcPct val="95000"/>
              </a:lnSpc>
              <a:spcBef>
                <a:spcPts val="1000"/>
              </a:spcBef>
              <a:buFont typeface="Arial"/>
              <a:buNone/>
              <a:defRPr sz="2400" b="1" i="0" baseline="0">
                <a:solidFill>
                  <a:schemeClr val="bg1"/>
                </a:solidFill>
                <a:latin typeface="Oracle Sans"/>
                <a:ea typeface="Oracle Sans"/>
                <a:cs typeface="Oracle Sans"/>
              </a:defRPr>
            </a:lvl1pPr>
          </a:lstStyle>
          <a:p xmlns:a="http://schemas.openxmlformats.org/drawingml/2006/main">
            <a:pPr lvl="0">
              <a:buNone/>
            </a:pPr>
            <a:r>
              <a:rPr>
                <a:solidFill>
                  <a:schemeClr val="tx1"/>
                </a:solidFill>
                <a:latin typeface="+mn-lt"/>
                <a:ea typeface="+mn-lt"/>
                <a:cs typeface="+mn-lt"/>
              </a:rPr>
              <a:t>Safe harbor statement</a:t>
            </a:r>
          </a:p>
        </p:txBody>
      </p:sp>
      <p:sp>
        <p:nvSpPr>
          <p:cNvPr id="14" name="Text Field">
            <a:extLst xmlns:a="http://schemas.openxmlformats.org/drawingml/2006/main">
              <a:ext uri="{FF2B5EF4-FFF2-40B4-BE49-F238E27FC236}">
                <a16:creationId xmlns:a16="http://schemas.microsoft.com/office/drawing/2014/main" id="{EA78FDD8-084D-2D41-A37D-7DE0C431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" y="1608421"/>
            <a:ext cx="7987939" cy="2492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8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As of August 2020, for most presentations, a safe harbor statement is no longer required, and you will not need to use this slide.  </a:t>
            </a:r>
            <a:br/>
          </a:p>
          <a:p xmlns:a="http://schemas.openxmlformats.org/drawingml/2006/main">
            <a:r>
              <a:rPr sz="18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The forward looking statement safe harbor slide is required ONLY for external presentations that pertain to: product launches, executive presentations and keynotes at major events, and any event attended by financial analysts.</a:t>
            </a:r>
          </a:p>
          <a:p xmlns:a="http://schemas.openxmlformats.org/drawingml/2006/main"/>
          <a:p xmlns:a="http://schemas.openxmlformats.org/drawingml/2006/main">
            <a:r>
              <a:t>The notice is available at the </a:t>
            </a:r>
            <a:r>
              <a:rPr u="sng">
                <a:solidFill>
                  <a:srgbClr val="00688C"/>
                </a:solidFill>
              </a:rPr>
              <a:t>Safe Harbor Confluence Page</a:t>
            </a:r>
          </a:p>
          <a:p xmlns:a="http://schemas.openxmlformats.org/drawingml/2006/main">
            <a:r>
              <a:t>Contact for Forward Looking Statement: </a:t>
            </a:r>
            <a:r>
              <a:rPr u="sng">
                <a:solidFill>
                  <a:srgbClr val="00688C"/>
                </a:solidFill>
              </a:rPr>
              <a:t>quietperiod_ww_grp@oracle.com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D96628B-0EF0-416B-9E8E-3931DFCB91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9A25676-9912-48C6-9E3A-F4D21A096116}" type="datetime1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2B72738-3834-418C-9636-B18B1A1825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5C840CC-B289-4EEE-9D6C-A6440E6863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22.xml><?xml version="1.0" encoding="utf-8"?>
<p:sldLayout xmlns:p="http://schemas.openxmlformats.org/presentationml/2006/main" showMasterSp="0" preserve="1">
  <p:cSld name="Light - Remote Speak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ee5abf22fe84367"/>
          <a:srcRect xmlns:a="http://schemas.openxmlformats.org/drawingml/2006/main" l="40000" t="0" r="0" b="0"/>
          <a:stretch xmlns:a="http://schemas.openxmlformats.org/drawingml/2006/main"/>
        </p:blipFill>
        <p:spPr>
          <a:xfrm xmlns:a="http://schemas.openxmlformats.org/drawingml/2006/main">
            <a:off x="4876800" y="0"/>
            <a:ext cx="7315200" cy="6858000"/>
          </a:xfrm>
          <a:prstGeom xmlns:a="http://schemas.openxmlformats.org/drawingml/2006/main" prst="rect">
            <a:avLst/>
          </a:prstGeom>
        </p:spPr>
      </p:pic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D94542D5-A1D6-E542-963D-B72B60EDE01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85816" y="2351724"/>
            <a:ext cx="6297167" cy="822960"/>
          </a:xfr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>
              <a:buNone/>
              <a:defRPr sz="2400" b="1" i="0" baseline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marL="0" lvl="0" indent="0">
              <a:spcBef>
                <a:spcPts val="1000"/>
              </a:spcBef>
              <a:buFont typeface="Arial"/>
              <a:buNone/>
            </a:pPr>
            <a:r>
              <a:t>Add title here. Also remove/replace placeholder image as needed.</a:t>
            </a:r>
          </a:p>
        </p:txBody>
      </p:sp>
      <p:sp>
        <p:nvSpPr>
          <p:cNvPr id="2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17ED098-6976-5549-9CFB-EE89734AF8D4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385816" y="3662156"/>
            <a:ext cx="6297168" cy="11324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pPr lvl="0">
              <a:buNone/>
            </a:pPr>
            <a:r>
              <a:t>Title</a:t>
            </a:r>
          </a:p>
          <a:p xmlns:a="http://schemas.openxmlformats.org/drawingml/2006/main">
            <a:pPr lvl="0">
              <a:buNone/>
            </a:pPr>
            <a:r>
              <a:t>Company</a:t>
            </a:r>
          </a:p>
          <a:p xmlns:a="http://schemas.openxmlformats.org/drawingml/2006/main">
            <a:pPr lvl="0">
              <a:buNone/>
            </a:pPr>
            <a:r>
              <a:t>Date</a:t>
            </a:r>
          </a:p>
        </p:txBody>
      </p:sp>
      <p:pic>
        <p:nvPicPr>
          <p:cNvPr id="27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0d357d23249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2F5E131-FF87-4B2F-9DB6-B4DB095B758D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0" y="0"/>
            <a:ext cx="4876800" cy="6858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add image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C86FB79-6AF9-4538-98F2-33825A26DECE}"/>
              </a:ext>
            </a:extLst>
          </p:cNvPr>
          <p:cNvSpPr>
            <a:spLocks xmlns:a="http://schemas.openxmlformats.org/drawingml/2006/main" noGrp="1"/>
          </p:cNvSpPr>
          <p:nvPr>
            <p:ph type="dt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EC86372-ED1D-451E-A0DA-92F70A0393B1}" type="datetime1">
              <a:t>4/26/2024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4D6A4509-AC78-4360-9126-01A3BC6609AC}"/>
              </a:ext>
            </a:extLst>
          </p:cNvPr>
          <p:cNvSpPr>
            <a:spLocks xmlns:a="http://schemas.openxmlformats.org/drawingml/2006/main" noGrp="1"/>
          </p:cNvSpPr>
          <p:nvPr>
            <p:ph type="ftr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6C2FCDC2-FBB6-46F4-9BD5-AE85C1DC3F2C}"/>
              </a:ext>
            </a:extLst>
          </p:cNvPr>
          <p:cNvSpPr>
            <a:spLocks xmlns:a="http://schemas.openxmlformats.org/drawingml/2006/main" noGrp="1"/>
          </p:cNvSpPr>
          <p:nvPr>
            <p:ph type="sldNum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23.xml><?xml version="1.0" encoding="utf-8"?>
<p:sldLayout xmlns:p="http://schemas.openxmlformats.org/presentationml/2006/main" showMasterSp="0" preserve="1">
  <p:cSld name="Light - Quote with Data Texture Background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d29bf7dc147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7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8f8d71ec545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A19B719-F896-40D2-A59B-8E51E7D4BB6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1828800"/>
            <a:ext cx="8049200" cy="202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2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“Click to type customer or partner quote surrounded by quotation marks.” Remove/replace placeholder logo as needed.</a:t>
            </a:r>
          </a:p>
        </p:txBody>
      </p:sp>
      <p:sp>
        <p:nvSpPr>
          <p:cNvPr id="13" name="Text Field">
            <a:extLst xmlns:a="http://schemas.openxmlformats.org/drawingml/2006/main">
              <a:ext uri="{FF2B5EF4-FFF2-40B4-BE49-F238E27FC236}">
                <a16:creationId xmlns:a16="http://schemas.microsoft.com/office/drawing/2014/main" id="{B09058E5-A74E-C340-89D0-4D15C2F3B8D0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61999" y="4540249"/>
            <a:ext cx="5333999" cy="266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 of person quoted</a:t>
            </a:r>
          </a:p>
        </p:txBody>
      </p:sp>
      <p:sp>
        <p:nvSpPr>
          <p:cNvPr id="12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36C31D35-A48A-6B46-A3DB-FDB99CCA72F4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761999" y="4877842"/>
            <a:ext cx="5333999" cy="8951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Additional information if needed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414A2E81-7AA0-4954-BF7E-C076C41AF7C6}"/>
              </a:ext>
            </a:extLst>
          </p:cNvPr>
          <p:cNvSpPr>
            <a:spLocks xmlns:a="http://schemas.openxmlformats.org/drawingml/2006/main" noGrp="1"/>
          </p:cNvSpPr>
          <p:nvPr>
            <p:ph type="pic" idx="41" hasCustomPrompt="1"/>
          </p:nvPr>
        </p:nvSpPr>
        <p:spPr>
          <a:xfrm xmlns:a="http://schemas.openxmlformats.org/drawingml/2006/main">
            <a:off x="771067" y="1013988"/>
            <a:ext cx="2944208" cy="81481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add logo</a:t>
            </a:r>
          </a:p>
        </p:txBody>
      </p:sp>
      <p:sp>
        <p:nvSpPr>
          <p:cNvPr id="6" name="Date Placeholder 5">
            <a:extLst xmlns:a="http://schemas.openxmlformats.org/drawingml/2006/main">
              <a:ext uri="{FF2B5EF4-FFF2-40B4-BE49-F238E27FC236}">
                <a16:creationId xmlns:a16="http://schemas.microsoft.com/office/drawing/2014/main" id="{F17ECA2C-4CF8-48ED-893A-2958F9909B90}"/>
              </a:ext>
            </a:extLst>
          </p:cNvPr>
          <p:cNvSpPr>
            <a:spLocks xmlns:a="http://schemas.openxmlformats.org/drawingml/2006/main" noGrp="1"/>
          </p:cNvSpPr>
          <p:nvPr>
            <p:ph type="dt" idx="4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B30A5-FB54-4DA1-B38D-1B7DE81C6A48}" type="datetime1">
              <a:t>4/26/2024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44FDBCE-E35C-4859-AD9D-93665BD69FD5}"/>
              </a:ext>
            </a:extLst>
          </p:cNvPr>
          <p:cNvSpPr>
            <a:spLocks xmlns:a="http://schemas.openxmlformats.org/drawingml/2006/main" noGrp="1"/>
          </p:cNvSpPr>
          <p:nvPr>
            <p:ph type="ftr" idx="4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F5130C2-E640-4887-BCA9-090F40084C88}"/>
              </a:ext>
            </a:extLst>
          </p:cNvPr>
          <p:cNvSpPr>
            <a:spLocks xmlns:a="http://schemas.openxmlformats.org/drawingml/2006/main" noGrp="1"/>
          </p:cNvSpPr>
          <p:nvPr>
            <p:ph type="sldNum" idx="4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24.xml><?xml version="1.0" encoding="utf-8"?>
<p:sldLayout xmlns:p="http://schemas.openxmlformats.org/presentationml/2006/main" showMasterSp="0" preserve="1">
  <p:cSld name="Light - Quote with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Quote">
            <a:extLst xmlns:a="http://schemas.openxmlformats.org/drawingml/2006/main">
              <a:ext uri="{FF2B5EF4-FFF2-40B4-BE49-F238E27FC236}">
                <a16:creationId xmlns:a16="http://schemas.microsoft.com/office/drawing/2014/main" id="{A13E52A3-3B72-407D-BD94-ADB27B9FCE9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72844" y="2434528"/>
            <a:ext cx="6067096" cy="18466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b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“Click to type customer or partner quote surrounded by quotation marks.” Remove/replace placeholder image as needed.</a:t>
            </a:r>
          </a:p>
        </p:txBody>
      </p:sp>
      <p:sp>
        <p:nvSpPr>
          <p:cNvPr id="13" name="Text Field">
            <a:extLst xmlns:a="http://schemas.openxmlformats.org/drawingml/2006/main">
              <a:ext uri="{FF2B5EF4-FFF2-40B4-BE49-F238E27FC236}">
                <a16:creationId xmlns:a16="http://schemas.microsoft.com/office/drawing/2014/main" id="{04A571F4-71E4-264A-BBD5-0475995E681B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5372844" y="4983135"/>
            <a:ext cx="6054629" cy="266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 of person quoted</a:t>
            </a:r>
          </a:p>
        </p:txBody>
      </p:sp>
      <p:sp>
        <p:nvSpPr>
          <p:cNvPr id="11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CBFB97F9-F988-C34C-8B6D-BB4A4D881736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5372844" y="5320728"/>
            <a:ext cx="6054629" cy="786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Additional information if needed</a:t>
            </a:r>
          </a:p>
        </p:txBody>
      </p:sp>
      <p:pic>
        <p:nvPicPr>
          <p:cNvPr id="18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f413298da4a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8F9EF32-2876-8841-ADB8-707F8BDB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730" y="3244334"/>
            <a:ext cx="228533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2"/>
                </a:solidFill>
              </a:rPr>
              <a:t>Click to add image</a:t>
            </a:r>
          </a:p>
        </p:txBody>
      </p:sp>
      <p:sp>
        <p:nvSpPr>
          <p:cNvPr id="12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48F56FAF-A389-4DEC-BCB5-7C2BCDEBE166}"/>
              </a:ext>
            </a:extLst>
          </p:cNvPr>
          <p:cNvSpPr>
            <a:spLocks xmlns:a="http://schemas.openxmlformats.org/drawingml/2006/main" noGrp="1"/>
          </p:cNvSpPr>
          <p:nvPr>
            <p:ph type="pic" idx="41" hasCustomPrompt="1"/>
          </p:nvPr>
        </p:nvSpPr>
        <p:spPr>
          <a:xfrm xmlns:a="http://schemas.openxmlformats.org/drawingml/2006/main">
            <a:off x="5434085" y="1206535"/>
            <a:ext cx="2944208" cy="841248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add logo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6145069B-D056-45AF-BC91-ABDBFD0C3D17}"/>
              </a:ext>
            </a:extLst>
          </p:cNvPr>
          <p:cNvSpPr>
            <a:spLocks xmlns:a="http://schemas.openxmlformats.org/drawingml/2006/main" noGrp="1"/>
          </p:cNvSpPr>
          <p:nvPr>
            <p:ph type="pic" idx="42" hasCustomPrompt="1"/>
          </p:nvPr>
        </p:nvSpPr>
        <p:spPr>
          <a:xfrm xmlns:a="http://schemas.openxmlformats.org/drawingml/2006/main">
            <a:off x="0" y="0"/>
            <a:ext cx="4876800" cy="6858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add image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3C7CAF2-5875-4790-8762-15A8CDD16E08}"/>
              </a:ext>
            </a:extLst>
          </p:cNvPr>
          <p:cNvSpPr>
            <a:spLocks xmlns:a="http://schemas.openxmlformats.org/drawingml/2006/main" noGrp="1"/>
          </p:cNvSpPr>
          <p:nvPr>
            <p:ph type="dt" idx="4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12C781-9486-495F-9009-294AB81D9257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175504-AA80-48D0-ABE0-C3B4B0480FBA}"/>
              </a:ext>
            </a:extLst>
          </p:cNvPr>
          <p:cNvSpPr>
            <a:spLocks xmlns:a="http://schemas.openxmlformats.org/drawingml/2006/main" noGrp="1"/>
          </p:cNvSpPr>
          <p:nvPr>
            <p:ph type="ftr" idx="4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FA2E22D8-777D-4A4E-8190-9C7E9654A636}"/>
              </a:ext>
            </a:extLst>
          </p:cNvPr>
          <p:cNvSpPr>
            <a:spLocks xmlns:a="http://schemas.openxmlformats.org/drawingml/2006/main" noGrp="1"/>
          </p:cNvSpPr>
          <p:nvPr>
            <p:ph type="sldNum" idx="4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25.xml><?xml version="1.0" encoding="utf-8"?>
<p:sldLayout xmlns:p="http://schemas.openxmlformats.org/presentationml/2006/main" showMasterSp="0" preserve="1">
  <p:cSld name="1_Light - Thank You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08f58264a4d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4448"/>
            <a:ext cx="6560075" cy="6858000"/>
          </a:xfrm>
          <a:prstGeom xmlns:a="http://schemas.openxmlformats.org/drawingml/2006/main" prst="rect">
            <a:avLst/>
          </a:prstGeom>
        </p:spPr>
      </p:pic>
      <p:pic>
        <p:nvPicPr>
          <p:cNvPr id="17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6f031d3eb43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98BC18-3443-48B2-97E6-989B7098DC52}"/>
              </a:ext>
            </a:extLst>
          </p:cNvPr>
          <p:cNvSpPr>
            <a:spLocks xmlns:a="http://schemas.openxmlformats.org/drawingml/2006/main" noGrp="1"/>
          </p:cNvSpPr>
          <p:nvPr>
            <p:ph type="dt" idx="3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0FBCF9-2936-4056-9408-59954380108C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2AC1E3-E104-4942-8AE8-198E477A85F9}"/>
              </a:ext>
            </a:extLst>
          </p:cNvPr>
          <p:cNvSpPr>
            <a:spLocks xmlns:a="http://schemas.openxmlformats.org/drawingml/2006/main" noGrp="1"/>
          </p:cNvSpPr>
          <p:nvPr>
            <p:ph type="ftr" idx="3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968FA8-1974-461B-87A5-6D7032FA1C85}"/>
              </a:ext>
            </a:extLst>
          </p:cNvPr>
          <p:cNvSpPr>
            <a:spLocks xmlns:a="http://schemas.openxmlformats.org/drawingml/2006/main" noGrp="1"/>
          </p:cNvSpPr>
          <p:nvPr>
            <p:ph type="sldNum" idx="4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3" name="Thank You">
            <a:extLst xmlns:a="http://schemas.openxmlformats.org/drawingml/2006/main">
              <a:ext uri="{FF2B5EF4-FFF2-40B4-BE49-F238E27FC236}">
                <a16:creationId xmlns:a16="http://schemas.microsoft.com/office/drawing/2014/main" id="{701BFB4F-AD1A-4B21-826E-A2F61F5D8AA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3482230"/>
            <a:ext cx="5022325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>
              <a:buNone/>
              <a:defRPr sz="32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Thank you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762000" y="4773585"/>
            <a:ext cx="5029200" cy="266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xmlns:a="http://schemas.openxmlformats.org/drawingml/2006/main" noGrp="1"/>
          </p:cNvSpPr>
          <p:nvPr>
            <p:ph type="body" idx="36"/>
          </p:nvPr>
        </p:nvSpPr>
        <p:spPr>
          <a:xfrm xmlns:a="http://schemas.openxmlformats.org/drawingml/2006/main">
            <a:off x="762000" y="5111178"/>
            <a:ext cx="5029200" cy="8951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</p:txBody>
      </p:sp>
      <p:sp>
        <p:nvSpPr>
          <p:cNvPr id="1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3889800-62E2-CF4C-97E0-CE1310E361A3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6560075" y="0"/>
            <a:ext cx="5631925" cy="6858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add image</a:t>
            </a:r>
          </a:p>
        </p:txBody>
      </p:sp>
    </p:spTree>
  </p:cSld>
</p:sldLayout>
</file>

<file path=ppt/slideLayouts/slideLayout26.xml><?xml version="1.0" encoding="utf-8"?>
<p:sldLayout xmlns:p="http://schemas.openxmlformats.org/presentationml/2006/main" showMasterSp="0" preserve="1">
  <p:cSld name="Light - Thank You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4c52bc2fb48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4448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5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60921d54f46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98BC18-3443-48B2-97E6-989B7098DC52}"/>
              </a:ext>
            </a:extLst>
          </p:cNvPr>
          <p:cNvSpPr>
            <a:spLocks xmlns:a="http://schemas.openxmlformats.org/drawingml/2006/main" noGrp="1"/>
          </p:cNvSpPr>
          <p:nvPr>
            <p:ph type="dt" idx="3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D6C986A-168F-4D76-86BB-5B349F7604D5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2AC1E3-E104-4942-8AE8-198E477A85F9}"/>
              </a:ext>
            </a:extLst>
          </p:cNvPr>
          <p:cNvSpPr>
            <a:spLocks xmlns:a="http://schemas.openxmlformats.org/drawingml/2006/main" noGrp="1"/>
          </p:cNvSpPr>
          <p:nvPr>
            <p:ph type="ftr" idx="3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968FA8-1974-461B-87A5-6D7032FA1C85}"/>
              </a:ext>
            </a:extLst>
          </p:cNvPr>
          <p:cNvSpPr>
            <a:spLocks xmlns:a="http://schemas.openxmlformats.org/drawingml/2006/main" noGrp="1"/>
          </p:cNvSpPr>
          <p:nvPr>
            <p:ph type="sldNum" idx="4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3" name="Thank You">
            <a:extLst xmlns:a="http://schemas.openxmlformats.org/drawingml/2006/main">
              <a:ext uri="{FF2B5EF4-FFF2-40B4-BE49-F238E27FC236}">
                <a16:creationId xmlns:a16="http://schemas.microsoft.com/office/drawing/2014/main" id="{701BFB4F-AD1A-4B21-826E-A2F61F5D8AA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3482230"/>
            <a:ext cx="5022325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>
              <a:buNone/>
              <a:defRPr sz="32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Thank you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762000" y="4773585"/>
            <a:ext cx="5029200" cy="266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xmlns:a="http://schemas.openxmlformats.org/drawingml/2006/main" noGrp="1"/>
          </p:cNvSpPr>
          <p:nvPr>
            <p:ph type="body" idx="36"/>
          </p:nvPr>
        </p:nvSpPr>
        <p:spPr>
          <a:xfrm xmlns:a="http://schemas.openxmlformats.org/drawingml/2006/main">
            <a:off x="762000" y="5111178"/>
            <a:ext cx="5029200" cy="8951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</p:txBody>
      </p:sp>
    </p:spTree>
  </p:cSld>
</p:sldLayout>
</file>

<file path=ppt/slideLayouts/slideLayout27.xml><?xml version="1.0" encoding="utf-8"?>
<p:sldLayout xmlns:p="http://schemas.openxmlformats.org/presentationml/2006/main" showMasterSp="0" preserve="1">
  <p:cSld name="Light - Closing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a156de2a84f7d">
            <a:extLst>
              <a:ext uri="{96DAC541-7B7A-43D3-8B79-37D633B846F1}">
                <asvg:svgBlip xmlns:asvg="http://schemas.microsoft.com/office/drawing/2016/SVG/main" r:embed="Ree4bdf58cb7e424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47854" y="2915192"/>
            <a:ext cx="4896293" cy="102761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8.xml><?xml version="1.0" encoding="utf-8"?>
<p:sldLayout xmlns:p="http://schemas.openxmlformats.org/presentationml/2006/main" preserve="1">
  <p:cSld name="Mission Stateme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Illustra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ab532586345d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926094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138CAED-6966-416F-96DE-48D3061C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76" y="2989724"/>
            <a:ext cx="8852644" cy="8785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ct val="0"/>
              </a:spcBef>
              <a:buNone/>
              <a:defRPr sz="3000" b="0" i="0" baseline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Our mission is to help people see data in new ways, discover insights, unlock endless possibilities.</a:t>
            </a:r>
          </a:p>
        </p:txBody>
      </p:sp>
    </p:spTree>
  </p:cSld>
</p:sldLayout>
</file>

<file path=ppt/slideLayouts/slideLayout29.xml><?xml version="1.0" encoding="utf-8"?>
<p:sldLayout xmlns:p="http://schemas.openxmlformats.org/presentationml/2006/main" showMasterSp="0">
  <p:cSld name="Brand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0cadff4534f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0cadff4534fc8">
            <a:extLst>
              <a:ext uri="{96DAC541-7B7A-43D3-8B79-37D633B846F1}">
                <asvg:svgBlip xmlns:asvg="http://schemas.microsoft.com/office/drawing/2016/SVG/main" r:embed="Rf3cef5c9553944e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lnSpc>
                <a:spcPct val="95000"/>
              </a:lnSpc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Brand (up to 2 lines)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514C47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2019</a:t>
            </a:r>
          </a:p>
        </p:txBody>
      </p:sp>
      <p:pic>
        <p:nvPicPr>
          <p:cNvPr id="35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450e86525482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089584B-D48B-42DB-A58B-544C997E63CE}"/>
              </a:ext>
            </a:extLst>
          </p:cNvPr>
          <p:cNvSpPr>
            <a:spLocks xmlns:a="http://schemas.openxmlformats.org/drawingml/2006/main" noGrp="1"/>
          </p:cNvSpPr>
          <p:nvPr>
            <p:ph type="dt" idx="3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7882C04-BD69-44ED-8337-6E34F787B2EF}" type="datetime1">
              <a:t>4/26/2024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8522066-27D4-4B40-9794-1047C9932F4F}"/>
              </a:ext>
            </a:extLst>
          </p:cNvPr>
          <p:cNvSpPr>
            <a:spLocks xmlns:a="http://schemas.openxmlformats.org/drawingml/2006/main" noGrp="1"/>
          </p:cNvSpPr>
          <p:nvPr>
            <p:ph type="ftr" idx="3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5E5E672-3E33-44E2-B5BA-B88BAB86607B}"/>
              </a:ext>
            </a:extLst>
          </p:cNvPr>
          <p:cNvSpPr>
            <a:spLocks xmlns:a="http://schemas.openxmlformats.org/drawingml/2006/main" noGrp="1"/>
          </p:cNvSpPr>
          <p:nvPr>
            <p:ph type="sldNum" idx="3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30.xml><?xml version="1.0" encoding="utf-8"?>
<p:sldLayout xmlns:p="http://schemas.openxmlformats.org/presentationml/2006/main" showMasterSp="0">
  <p:cSld name="Finance / Operations 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91ae57da644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91ae57da644db">
            <a:extLst>
              <a:ext uri="{96DAC541-7B7A-43D3-8B79-37D633B846F1}">
                <asvg:svgBlip xmlns:asvg="http://schemas.microsoft.com/office/drawing/2016/SVG/main" r:embed="R95d2a6647b2c4ad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lnSpc>
                <a:spcPct val="95000"/>
              </a:lnSpc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Finance / Operations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315357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3eb1205f44da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1.xml><?xml version="1.0" encoding="utf-8"?>
<p:sldLayout xmlns:p="http://schemas.openxmlformats.org/presentationml/2006/main" showMasterSp="0">
  <p:cSld name="Cloud Platform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2de73fe87a42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2de73fe87a4231">
            <a:extLst>
              <a:ext uri="{96DAC541-7B7A-43D3-8B79-37D633B846F1}">
                <asvg:svgBlip xmlns:asvg="http://schemas.microsoft.com/office/drawing/2016/SVG/main" r:embed="Rb32282d2b2644a2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lnSpc>
                <a:spcPct val="95000"/>
              </a:lnSpc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Cloud Platform (up to two lines)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33553C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5a65825ab4d4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2.xml><?xml version="1.0" encoding="utf-8"?>
<p:sldLayout xmlns:p="http://schemas.openxmlformats.org/presentationml/2006/main" showMasterSp="0">
  <p:cSld name="HCM/HR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dc966398b44b5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  <p:pic>
        <p:nvPicPr>
          <p:cNvPr id="30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046a54ba041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1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046a54ba041ad">
            <a:extLst>
              <a:ext uri="{96DAC541-7B7A-43D3-8B79-37D633B846F1}">
                <asvg:svgBlip xmlns:asvg="http://schemas.microsoft.com/office/drawing/2016/SVG/main" r:embed="R9df1a7ba8cee499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HCM/HR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6C3F49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</p:spTree>
  </p:cSld>
</p:sldLayout>
</file>

<file path=ppt/slideLayouts/slideLayout33.xml><?xml version="1.0" encoding="utf-8"?>
<p:sldLayout xmlns:p="http://schemas.openxmlformats.org/presentationml/2006/main" showMasterSp="0">
  <p:cSld name="Database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7fa74011f4e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7fa74011f4ee1">
            <a:extLst>
              <a:ext uri="{96DAC541-7B7A-43D3-8B79-37D633B846F1}">
                <asvg:svgBlip xmlns:asvg="http://schemas.microsoft.com/office/drawing/2016/SVG/main" r:embed="R1b950dbfab0a4b7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Database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464F4F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8a3bd8e7504ca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4.xml><?xml version="1.0" encoding="utf-8"?>
<p:sldLayout xmlns:p="http://schemas.openxmlformats.org/presentationml/2006/main" showMasterSp="0">
  <p:cSld name="CX/Marketing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9e20fe42348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9e20fe42348e3">
            <a:extLst>
              <a:ext uri="{96DAC541-7B7A-43D3-8B79-37D633B846F1}">
                <asvg:svgBlip xmlns:asvg="http://schemas.microsoft.com/office/drawing/2016/SVG/main" r:embed="R28b2360d8ed54b7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Advertising and CX (up to two lines)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594564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d65ffaf9249d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5.xml><?xml version="1.0" encoding="utf-8"?>
<p:sldLayout xmlns:p="http://schemas.openxmlformats.org/presentationml/2006/main" showMasterSp="0">
  <p:cSld name="Developer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1b9b5222844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1b9b5222844e0">
            <a:extLst>
              <a:ext uri="{96DAC541-7B7A-43D3-8B79-37D633B846F1}">
                <asvg:svgBlip xmlns:asvg="http://schemas.microsoft.com/office/drawing/2016/SVG/main" r:embed="R4c907e70c0e547c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Developer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494D53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86642baae49d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6.xml><?xml version="1.0" encoding="utf-8"?>
<p:sldLayout xmlns:p="http://schemas.openxmlformats.org/presentationml/2006/main" showMasterSp="0">
  <p:cSld name="SCM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79e994b814a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79e994b814af4">
            <a:extLst>
              <a:ext uri="{96DAC541-7B7A-43D3-8B79-37D633B846F1}">
                <asvg:svgBlip xmlns:asvg="http://schemas.microsoft.com/office/drawing/2016/SVG/main" r:embed="R28df328614cb42c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SCM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713F25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3c9bc6dfc4d1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7.xml><?xml version="1.0" encoding="utf-8"?>
<p:sldLayout xmlns:p="http://schemas.openxmlformats.org/presentationml/2006/main" showMasterSp="0">
  <p:cSld name="GBU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ba2965d1844a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ba2965d1844a50">
            <a:extLst>
              <a:ext uri="{96DAC541-7B7A-43D3-8B79-37D633B846F1}">
                <asvg:svgBlip xmlns:asvg="http://schemas.microsoft.com/office/drawing/2016/SVG/main" r:embed="R578b537c9c63436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GBU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464C68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7882a9264447d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8.xml><?xml version="1.0" encoding="utf-8"?>
<p:sldLayout xmlns:p="http://schemas.openxmlformats.org/presentationml/2006/main" showMasterSp="0">
  <p:cSld name="Netsuite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2e73b56c542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2e73b56c54249">
            <a:extLst>
              <a:ext uri="{96DAC541-7B7A-43D3-8B79-37D633B846F1}">
                <asvg:svgBlip xmlns:asvg="http://schemas.microsoft.com/office/drawing/2016/SVG/main" r:embed="R46fb4d45c5e641c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NetSuite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 baseline="0">
                <a:solidFill>
                  <a:srgbClr val="2C5266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c6439c8a74ac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9.xml><?xml version="1.0" encoding="utf-8"?>
<p:sldLayout xmlns:p="http://schemas.openxmlformats.org/presentationml/2006/main" showMasterSp="0" preserve="1">
  <p:cSld name="Light - Divid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8456b35d848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3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569a252a548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89127AD-303E-4148-925B-F8D854942D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35E5522-276A-4151-B19E-B34F52E25495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77CD67-74FC-43EC-912B-8B74B34E5B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AC119101-EC6A-4B95-9940-BAB31432AD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F6BEA035-D7A5-4B84-9F05-5163378E9E5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1" y="2337132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>
              <a:lnSpc>
                <a:spcPct val="95000"/>
              </a:lnSpc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Click to add divider title (up to 2 lines)</a:t>
            </a:r>
          </a:p>
        </p:txBody>
      </p:sp>
      <p:sp>
        <p:nvSpPr>
          <p:cNvPr id="9" name="Subhead">
            <a:extLst xmlns:a="http://schemas.openxmlformats.org/drawingml/2006/main">
              <a:ext uri="{FF2B5EF4-FFF2-40B4-BE49-F238E27FC236}">
                <a16:creationId xmlns:a16="http://schemas.microsoft.com/office/drawing/2014/main" id="{7CDB1F3E-E2D2-44FE-A725-E3ED1480C83B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776689" y="4135193"/>
            <a:ext cx="10158984" cy="6812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defRPr sz="1800" b="0">
                <a:solidFill>
                  <a:schemeClr val="accent5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</a:t>
            </a:r>
          </a:p>
        </p:txBody>
      </p:sp>
    </p:spTree>
  </p:cSld>
</p:sldLayout>
</file>

<file path=ppt/slideLayouts/slideLayout40.xml><?xml version="1.0" encoding="utf-8"?>
<p:sldLayout xmlns:p="http://schemas.openxmlformats.org/presentationml/2006/main" userDrawn="1">
  <p:cSld name="1_ICONS Title-Only_WHITE Bkg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26BF30-1369-4525-BCB3-E434E12199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1950" y="249382"/>
            <a:ext cx="11465378" cy="627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rIns="0" anchor="b"/>
          <a:lstStyle xmlns:a="http://schemas.openxmlformats.org/drawingml/2006/main">
            <a:lvl1pPr>
              <a:buNone/>
              <a:defRPr sz="2800" b="1" i="0">
                <a:latin typeface="Oracle Sans"/>
                <a:ea typeface="Oracle Sans"/>
                <a:cs typeface="Oracle Sans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286E105-B9E8-4343-BE42-1AC736BD754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936978" y="6514978"/>
            <a:ext cx="6627228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l">
              <a:buNone/>
              <a:defRPr sz="650" b="0" i="0">
                <a:solidFill>
                  <a:schemeClr val="bg2">
                    <a:lumMod val="75000"/>
                  </a:schemeClr>
                </a:solidFill>
                <a:latin typeface="Oracle Sans"/>
                <a:ea typeface="Oracle Sans"/>
                <a:cs typeface="Oracle Sans"/>
              </a:defRPr>
            </a:lvl1pPr>
          </a:lstStyle>
          <a:p xmlns:a="http://schemas.openxmlformats.org/drawingml/2006/main">
            <a:r>
              <a:rPr sz="800"/>
              <a:t>Copyright © 2022 Oracle and/or its affiliates.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DC1190C-FD65-C742-8E7C-407D18B9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289" y="6507624"/>
            <a:ext cx="40568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 kern="1200">
                <a:solidFill>
                  <a:schemeClr val="tx1">
                    <a:tint val="75000"/>
                  </a:schemeClr>
                </a:solidFill>
                <a:latin typeface="Oracle Sans"/>
                <a:ea typeface="Oracle Sans"/>
                <a:cs typeface="Oracle Sans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D440507A-669E-A943-A4A7-E531D638091A}" type="slidenum">
              <a:rPr sz="800">
                <a:solidFill>
                  <a:schemeClr val="bg2">
                    <a:lumMod val="75000"/>
                  </a:schemeClr>
                </a:solidFill>
              </a:rPr>
              <a:t>‹#›</a:t>
            </a:fld>
          </a:p>
        </p:txBody>
      </p:sp>
    </p:spTree>
  </p:cSld>
</p:sldLayout>
</file>

<file path=ppt/slideLayouts/slideLayout41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0A60EB2-529A-455E-BB84-8D2BBC0987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D26E73-DB8C-4CA4-A1AE-6A0221173C11}" type="datetimeFigureOut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E9169ED-CF1C-40EB-B02B-4C674A06D6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FC0F7A4-0D3D-46A2-A2D1-1923518798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0BE56C2-DEC3-475D-8616-6D3208302146}" type="slidenum">
              <a:t>‹#›</a:t>
            </a:fld>
          </a:p>
        </p:txBody>
      </p:sp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22103F64-37F9-43D5-9C5A-B29439CB0DF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182403"/>
            <a:ext cx="10671048" cy="8229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(icons with text)</a:t>
            </a:r>
          </a:p>
        </p:txBody>
      </p:sp>
      <p:sp>
        <p:nvSpPr>
          <p:cNvPr id="6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7BF46C7-9BCD-4CD6-86E3-B0C18E87084D}"/>
              </a:ext>
            </a:extLst>
          </p:cNvPr>
          <p:cNvSpPr>
            <a:spLocks xmlns:a="http://schemas.openxmlformats.org/drawingml/2006/main" noGrp="1"/>
          </p:cNvSpPr>
          <p:nvPr>
            <p:ph type="pic" idx="52"/>
          </p:nvPr>
        </p:nvSpPr>
        <p:spPr>
          <a:xfrm xmlns:a="http://schemas.openxmlformats.org/drawingml/2006/main">
            <a:off x="1050535" y="1844625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7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24D4EBE-E806-4A01-9255-F8A5A3CBEA28}"/>
              </a:ext>
            </a:extLst>
          </p:cNvPr>
          <p:cNvSpPr>
            <a:spLocks xmlns:a="http://schemas.openxmlformats.org/drawingml/2006/main" noGrp="1"/>
          </p:cNvSpPr>
          <p:nvPr>
            <p:ph type="pic" idx="53"/>
          </p:nvPr>
        </p:nvSpPr>
        <p:spPr>
          <a:xfrm xmlns:a="http://schemas.openxmlformats.org/drawingml/2006/main">
            <a:off x="4178897" y="1844625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8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BBC89A9-3A2A-4A30-98FB-252870B24A9E}"/>
              </a:ext>
            </a:extLst>
          </p:cNvPr>
          <p:cNvSpPr>
            <a:spLocks xmlns:a="http://schemas.openxmlformats.org/drawingml/2006/main" noGrp="1"/>
          </p:cNvSpPr>
          <p:nvPr>
            <p:ph type="pic" idx="54"/>
          </p:nvPr>
        </p:nvSpPr>
        <p:spPr>
          <a:xfrm xmlns:a="http://schemas.openxmlformats.org/drawingml/2006/main">
            <a:off x="2614716" y="1844625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9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691845B8-3F5B-4703-889A-7C53E5927D47}"/>
              </a:ext>
            </a:extLst>
          </p:cNvPr>
          <p:cNvSpPr>
            <a:spLocks xmlns:a="http://schemas.openxmlformats.org/drawingml/2006/main" noGrp="1"/>
          </p:cNvSpPr>
          <p:nvPr>
            <p:ph type="body" idx="55"/>
          </p:nvPr>
        </p:nvSpPr>
        <p:spPr>
          <a:xfrm xmlns:a="http://schemas.openxmlformats.org/drawingml/2006/main">
            <a:off x="2329802" y="2797629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10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0DF91EC2-D4AB-42FD-AADB-D77FD6FD7D0B}"/>
              </a:ext>
            </a:extLst>
          </p:cNvPr>
          <p:cNvSpPr>
            <a:spLocks xmlns:a="http://schemas.openxmlformats.org/drawingml/2006/main" noGrp="1"/>
          </p:cNvSpPr>
          <p:nvPr>
            <p:ph type="pic" idx="56"/>
          </p:nvPr>
        </p:nvSpPr>
        <p:spPr>
          <a:xfrm xmlns:a="http://schemas.openxmlformats.org/drawingml/2006/main">
            <a:off x="5743077" y="1844625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11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5DEB6885-F527-4BB6-865B-91BE35ECF884}"/>
              </a:ext>
            </a:extLst>
          </p:cNvPr>
          <p:cNvSpPr>
            <a:spLocks xmlns:a="http://schemas.openxmlformats.org/drawingml/2006/main" noGrp="1"/>
          </p:cNvSpPr>
          <p:nvPr>
            <p:ph type="pic" idx="57"/>
          </p:nvPr>
        </p:nvSpPr>
        <p:spPr>
          <a:xfrm xmlns:a="http://schemas.openxmlformats.org/drawingml/2006/main">
            <a:off x="7307257" y="1844625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12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990AE28A-2F4B-4758-93DB-7DD93B46EDC7}"/>
              </a:ext>
            </a:extLst>
          </p:cNvPr>
          <p:cNvSpPr>
            <a:spLocks xmlns:a="http://schemas.openxmlformats.org/drawingml/2006/main" noGrp="1"/>
          </p:cNvSpPr>
          <p:nvPr>
            <p:ph type="body" idx="58"/>
          </p:nvPr>
        </p:nvSpPr>
        <p:spPr>
          <a:xfrm xmlns:a="http://schemas.openxmlformats.org/drawingml/2006/main">
            <a:off x="765621" y="2797629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marR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defRPr sz="800">
                <a:solidFill>
                  <a:schemeClr val="tx1"/>
                </a:solidFill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13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3637F4BC-0875-4760-AFC9-0D8432CF5AF0}"/>
              </a:ext>
            </a:extLst>
          </p:cNvPr>
          <p:cNvSpPr>
            <a:spLocks xmlns:a="http://schemas.openxmlformats.org/drawingml/2006/main" noGrp="1"/>
          </p:cNvSpPr>
          <p:nvPr>
            <p:ph type="body" idx="59"/>
          </p:nvPr>
        </p:nvSpPr>
        <p:spPr>
          <a:xfrm xmlns:a="http://schemas.openxmlformats.org/drawingml/2006/main">
            <a:off x="3893983" y="2797629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14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EDF63DA8-6FD7-47B2-97B8-EFCB7227388E}"/>
              </a:ext>
            </a:extLst>
          </p:cNvPr>
          <p:cNvSpPr>
            <a:spLocks xmlns:a="http://schemas.openxmlformats.org/drawingml/2006/main" noGrp="1"/>
          </p:cNvSpPr>
          <p:nvPr>
            <p:ph type="body" idx="60"/>
          </p:nvPr>
        </p:nvSpPr>
        <p:spPr>
          <a:xfrm xmlns:a="http://schemas.openxmlformats.org/drawingml/2006/main">
            <a:off x="5458164" y="2797629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15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6B5C3AA9-05E3-4CA7-971B-07F4683DFC4F}"/>
              </a:ext>
            </a:extLst>
          </p:cNvPr>
          <p:cNvSpPr>
            <a:spLocks xmlns:a="http://schemas.openxmlformats.org/drawingml/2006/main" noGrp="1"/>
          </p:cNvSpPr>
          <p:nvPr>
            <p:ph type="body" idx="61"/>
          </p:nvPr>
        </p:nvSpPr>
        <p:spPr>
          <a:xfrm xmlns:a="http://schemas.openxmlformats.org/drawingml/2006/main">
            <a:off x="8586526" y="2797630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16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7A48FD6A-3AA2-46BE-AEAD-18DCCD765E7A}"/>
              </a:ext>
            </a:extLst>
          </p:cNvPr>
          <p:cNvSpPr>
            <a:spLocks xmlns:a="http://schemas.openxmlformats.org/drawingml/2006/main" noGrp="1"/>
          </p:cNvSpPr>
          <p:nvPr>
            <p:ph type="body" idx="82"/>
          </p:nvPr>
        </p:nvSpPr>
        <p:spPr>
          <a:xfrm xmlns:a="http://schemas.openxmlformats.org/drawingml/2006/main">
            <a:off x="7022345" y="2797630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17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42E2FB9C-E286-4FD1-AC57-71201F9F69E5}"/>
              </a:ext>
            </a:extLst>
          </p:cNvPr>
          <p:cNvSpPr>
            <a:spLocks xmlns:a="http://schemas.openxmlformats.org/drawingml/2006/main" noGrp="1"/>
          </p:cNvSpPr>
          <p:nvPr>
            <p:ph type="body" idx="83"/>
          </p:nvPr>
        </p:nvSpPr>
        <p:spPr>
          <a:xfrm xmlns:a="http://schemas.openxmlformats.org/drawingml/2006/main">
            <a:off x="10150706" y="2797630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18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93B67B4D-D110-4A91-9FCB-8B8446193755}"/>
              </a:ext>
            </a:extLst>
          </p:cNvPr>
          <p:cNvSpPr>
            <a:spLocks xmlns:a="http://schemas.openxmlformats.org/drawingml/2006/main" noGrp="1"/>
          </p:cNvSpPr>
          <p:nvPr>
            <p:ph type="pic" idx="85"/>
          </p:nvPr>
        </p:nvSpPr>
        <p:spPr>
          <a:xfrm xmlns:a="http://schemas.openxmlformats.org/drawingml/2006/main">
            <a:off x="8871437" y="1844625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19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AD9E5F1-3BFA-4F42-BCAB-455223D4827A}"/>
              </a:ext>
            </a:extLst>
          </p:cNvPr>
          <p:cNvSpPr>
            <a:spLocks xmlns:a="http://schemas.openxmlformats.org/drawingml/2006/main" noGrp="1"/>
          </p:cNvSpPr>
          <p:nvPr>
            <p:ph type="pic" idx="87"/>
          </p:nvPr>
        </p:nvSpPr>
        <p:spPr>
          <a:xfrm xmlns:a="http://schemas.openxmlformats.org/drawingml/2006/main">
            <a:off x="10435620" y="1844625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0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099D264E-1A2A-49D3-913C-AB554FC4E8C3}"/>
              </a:ext>
            </a:extLst>
          </p:cNvPr>
          <p:cNvSpPr>
            <a:spLocks xmlns:a="http://schemas.openxmlformats.org/drawingml/2006/main" noGrp="1"/>
          </p:cNvSpPr>
          <p:nvPr>
            <p:ph type="pic" idx="88"/>
          </p:nvPr>
        </p:nvSpPr>
        <p:spPr>
          <a:xfrm xmlns:a="http://schemas.openxmlformats.org/drawingml/2006/main">
            <a:off x="1050535" y="3476901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1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EF888FA-FA03-4D90-B67D-21FD33ED91F1}"/>
              </a:ext>
            </a:extLst>
          </p:cNvPr>
          <p:cNvSpPr>
            <a:spLocks xmlns:a="http://schemas.openxmlformats.org/drawingml/2006/main" noGrp="1"/>
          </p:cNvSpPr>
          <p:nvPr>
            <p:ph type="pic" idx="89"/>
          </p:nvPr>
        </p:nvSpPr>
        <p:spPr>
          <a:xfrm xmlns:a="http://schemas.openxmlformats.org/drawingml/2006/main">
            <a:off x="417889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2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525D977-A5B5-4398-922E-D56F1A122A46}"/>
              </a:ext>
            </a:extLst>
          </p:cNvPr>
          <p:cNvSpPr>
            <a:spLocks xmlns:a="http://schemas.openxmlformats.org/drawingml/2006/main" noGrp="1"/>
          </p:cNvSpPr>
          <p:nvPr>
            <p:ph type="pic" idx="90"/>
          </p:nvPr>
        </p:nvSpPr>
        <p:spPr>
          <a:xfrm xmlns:a="http://schemas.openxmlformats.org/drawingml/2006/main">
            <a:off x="2614716" y="3476901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3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FC68B6D6-4271-4638-8C48-627292A61FB0}"/>
              </a:ext>
            </a:extLst>
          </p:cNvPr>
          <p:cNvSpPr>
            <a:spLocks xmlns:a="http://schemas.openxmlformats.org/drawingml/2006/main" noGrp="1"/>
          </p:cNvSpPr>
          <p:nvPr>
            <p:ph type="body" idx="91"/>
          </p:nvPr>
        </p:nvSpPr>
        <p:spPr>
          <a:xfrm xmlns:a="http://schemas.openxmlformats.org/drawingml/2006/main">
            <a:off x="2329802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24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9F204A49-805D-412C-9EDA-25760EA2B6FB}"/>
              </a:ext>
            </a:extLst>
          </p:cNvPr>
          <p:cNvSpPr>
            <a:spLocks xmlns:a="http://schemas.openxmlformats.org/drawingml/2006/main" noGrp="1"/>
          </p:cNvSpPr>
          <p:nvPr>
            <p:ph type="pic" idx="92"/>
          </p:nvPr>
        </p:nvSpPr>
        <p:spPr>
          <a:xfrm xmlns:a="http://schemas.openxmlformats.org/drawingml/2006/main">
            <a:off x="574307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AE5E2BE9-BA0E-4626-BE92-4324E393B392}"/>
              </a:ext>
            </a:extLst>
          </p:cNvPr>
          <p:cNvSpPr>
            <a:spLocks xmlns:a="http://schemas.openxmlformats.org/drawingml/2006/main" noGrp="1"/>
          </p:cNvSpPr>
          <p:nvPr>
            <p:ph type="pic" idx="93"/>
          </p:nvPr>
        </p:nvSpPr>
        <p:spPr>
          <a:xfrm xmlns:a="http://schemas.openxmlformats.org/drawingml/2006/main">
            <a:off x="730725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6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23623211-130D-496D-BD63-D37F319F3E40}"/>
              </a:ext>
            </a:extLst>
          </p:cNvPr>
          <p:cNvSpPr>
            <a:spLocks xmlns:a="http://schemas.openxmlformats.org/drawingml/2006/main" noGrp="1"/>
          </p:cNvSpPr>
          <p:nvPr>
            <p:ph type="body" idx="94"/>
          </p:nvPr>
        </p:nvSpPr>
        <p:spPr>
          <a:xfrm xmlns:a="http://schemas.openxmlformats.org/drawingml/2006/main">
            <a:off x="765621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marR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27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9FDA7ACD-062A-4FC3-9EF9-5E293702093E}"/>
              </a:ext>
            </a:extLst>
          </p:cNvPr>
          <p:cNvSpPr>
            <a:spLocks xmlns:a="http://schemas.openxmlformats.org/drawingml/2006/main" noGrp="1"/>
          </p:cNvSpPr>
          <p:nvPr>
            <p:ph type="body" idx="95"/>
          </p:nvPr>
        </p:nvSpPr>
        <p:spPr>
          <a:xfrm xmlns:a="http://schemas.openxmlformats.org/drawingml/2006/main">
            <a:off x="3893983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28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30B7A401-EB5F-481F-8952-3F73CF04F4C3}"/>
              </a:ext>
            </a:extLst>
          </p:cNvPr>
          <p:cNvSpPr>
            <a:spLocks xmlns:a="http://schemas.openxmlformats.org/drawingml/2006/main" noGrp="1"/>
          </p:cNvSpPr>
          <p:nvPr>
            <p:ph type="body" idx="96"/>
          </p:nvPr>
        </p:nvSpPr>
        <p:spPr>
          <a:xfrm xmlns:a="http://schemas.openxmlformats.org/drawingml/2006/main">
            <a:off x="5458164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29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6CF7431B-CB6B-47B7-8530-BEAAD1CD9B89}"/>
              </a:ext>
            </a:extLst>
          </p:cNvPr>
          <p:cNvSpPr>
            <a:spLocks xmlns:a="http://schemas.openxmlformats.org/drawingml/2006/main" noGrp="1"/>
          </p:cNvSpPr>
          <p:nvPr>
            <p:ph type="body" idx="97"/>
          </p:nvPr>
        </p:nvSpPr>
        <p:spPr>
          <a:xfrm xmlns:a="http://schemas.openxmlformats.org/drawingml/2006/main">
            <a:off x="8586526" y="4429906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30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EB4B6A3A-676E-4AC0-918F-6AF9238CDA17}"/>
              </a:ext>
            </a:extLst>
          </p:cNvPr>
          <p:cNvSpPr>
            <a:spLocks xmlns:a="http://schemas.openxmlformats.org/drawingml/2006/main" noGrp="1"/>
          </p:cNvSpPr>
          <p:nvPr>
            <p:ph type="body" idx="98"/>
          </p:nvPr>
        </p:nvSpPr>
        <p:spPr>
          <a:xfrm xmlns:a="http://schemas.openxmlformats.org/drawingml/2006/main">
            <a:off x="7022345" y="4429906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31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88DF17E6-8BF6-4489-A838-EB82D2B0407E}"/>
              </a:ext>
            </a:extLst>
          </p:cNvPr>
          <p:cNvSpPr>
            <a:spLocks xmlns:a="http://schemas.openxmlformats.org/drawingml/2006/main" noGrp="1"/>
          </p:cNvSpPr>
          <p:nvPr>
            <p:ph type="body" idx="99"/>
          </p:nvPr>
        </p:nvSpPr>
        <p:spPr>
          <a:xfrm xmlns:a="http://schemas.openxmlformats.org/drawingml/2006/main">
            <a:off x="10150706" y="4429906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32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1D699F03-B1DA-4AE3-A081-0FADE23BAB48}"/>
              </a:ext>
            </a:extLst>
          </p:cNvPr>
          <p:cNvSpPr>
            <a:spLocks xmlns:a="http://schemas.openxmlformats.org/drawingml/2006/main" noGrp="1"/>
          </p:cNvSpPr>
          <p:nvPr>
            <p:ph type="pic" idx="100"/>
          </p:nvPr>
        </p:nvSpPr>
        <p:spPr>
          <a:xfrm xmlns:a="http://schemas.openxmlformats.org/drawingml/2006/main">
            <a:off x="887143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3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7865EDDA-D773-4E4F-A4AE-3C4881C1E7F2}"/>
              </a:ext>
            </a:extLst>
          </p:cNvPr>
          <p:cNvSpPr>
            <a:spLocks xmlns:a="http://schemas.openxmlformats.org/drawingml/2006/main" noGrp="1"/>
          </p:cNvSpPr>
          <p:nvPr>
            <p:ph type="pic" idx="101"/>
          </p:nvPr>
        </p:nvSpPr>
        <p:spPr>
          <a:xfrm xmlns:a="http://schemas.openxmlformats.org/drawingml/2006/main">
            <a:off x="10435620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4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64EA4A58-CB42-4762-8287-8FBAD0F419C7}"/>
              </a:ext>
            </a:extLst>
          </p:cNvPr>
          <p:cNvSpPr>
            <a:spLocks xmlns:a="http://schemas.openxmlformats.org/drawingml/2006/main" noGrp="1"/>
          </p:cNvSpPr>
          <p:nvPr>
            <p:ph type="pic" idx="102"/>
          </p:nvPr>
        </p:nvSpPr>
        <p:spPr>
          <a:xfrm xmlns:a="http://schemas.openxmlformats.org/drawingml/2006/main">
            <a:off x="1050535" y="5001482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5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B94108C-B523-4D81-8160-4EEDCA05D19F}"/>
              </a:ext>
            </a:extLst>
          </p:cNvPr>
          <p:cNvSpPr>
            <a:spLocks xmlns:a="http://schemas.openxmlformats.org/drawingml/2006/main" noGrp="1"/>
          </p:cNvSpPr>
          <p:nvPr>
            <p:ph type="pic" idx="103"/>
          </p:nvPr>
        </p:nvSpPr>
        <p:spPr>
          <a:xfrm xmlns:a="http://schemas.openxmlformats.org/drawingml/2006/main">
            <a:off x="417889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6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A0AA4CE-D667-4E22-8E4B-E33283199B8A}"/>
              </a:ext>
            </a:extLst>
          </p:cNvPr>
          <p:cNvSpPr>
            <a:spLocks xmlns:a="http://schemas.openxmlformats.org/drawingml/2006/main" noGrp="1"/>
          </p:cNvSpPr>
          <p:nvPr>
            <p:ph type="pic" idx="104"/>
          </p:nvPr>
        </p:nvSpPr>
        <p:spPr>
          <a:xfrm xmlns:a="http://schemas.openxmlformats.org/drawingml/2006/main">
            <a:off x="2614716" y="5001482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7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9B73C80F-2017-42CE-B90A-527B3E74B68A}"/>
              </a:ext>
            </a:extLst>
          </p:cNvPr>
          <p:cNvSpPr>
            <a:spLocks xmlns:a="http://schemas.openxmlformats.org/drawingml/2006/main" noGrp="1"/>
          </p:cNvSpPr>
          <p:nvPr>
            <p:ph type="body" idx="105"/>
          </p:nvPr>
        </p:nvSpPr>
        <p:spPr>
          <a:xfrm xmlns:a="http://schemas.openxmlformats.org/drawingml/2006/main">
            <a:off x="2329802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38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D92A14AF-09A2-4C25-8D64-64E762D8711E}"/>
              </a:ext>
            </a:extLst>
          </p:cNvPr>
          <p:cNvSpPr>
            <a:spLocks xmlns:a="http://schemas.openxmlformats.org/drawingml/2006/main" noGrp="1"/>
          </p:cNvSpPr>
          <p:nvPr>
            <p:ph type="pic" idx="106"/>
          </p:nvPr>
        </p:nvSpPr>
        <p:spPr>
          <a:xfrm xmlns:a="http://schemas.openxmlformats.org/drawingml/2006/main">
            <a:off x="574307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9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D8067B3C-C1D4-41DF-96DC-760411B6F75B}"/>
              </a:ext>
            </a:extLst>
          </p:cNvPr>
          <p:cNvSpPr>
            <a:spLocks xmlns:a="http://schemas.openxmlformats.org/drawingml/2006/main" noGrp="1"/>
          </p:cNvSpPr>
          <p:nvPr>
            <p:ph type="pic" idx="107"/>
          </p:nvPr>
        </p:nvSpPr>
        <p:spPr>
          <a:xfrm xmlns:a="http://schemas.openxmlformats.org/drawingml/2006/main">
            <a:off x="730725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40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8FEBDAF6-3565-4039-878D-72010E475DF8}"/>
              </a:ext>
            </a:extLst>
          </p:cNvPr>
          <p:cNvSpPr>
            <a:spLocks xmlns:a="http://schemas.openxmlformats.org/drawingml/2006/main" noGrp="1"/>
          </p:cNvSpPr>
          <p:nvPr>
            <p:ph type="body" idx="108"/>
          </p:nvPr>
        </p:nvSpPr>
        <p:spPr>
          <a:xfrm xmlns:a="http://schemas.openxmlformats.org/drawingml/2006/main">
            <a:off x="765621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marR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1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55BC8570-FC5A-4122-9E7C-8C0446AB21FB}"/>
              </a:ext>
            </a:extLst>
          </p:cNvPr>
          <p:cNvSpPr>
            <a:spLocks xmlns:a="http://schemas.openxmlformats.org/drawingml/2006/main" noGrp="1"/>
          </p:cNvSpPr>
          <p:nvPr>
            <p:ph type="body" idx="109"/>
          </p:nvPr>
        </p:nvSpPr>
        <p:spPr>
          <a:xfrm xmlns:a="http://schemas.openxmlformats.org/drawingml/2006/main">
            <a:off x="3893983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42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716F4F36-6367-4F84-AEB5-408B6729FC60}"/>
              </a:ext>
            </a:extLst>
          </p:cNvPr>
          <p:cNvSpPr>
            <a:spLocks xmlns:a="http://schemas.openxmlformats.org/drawingml/2006/main" noGrp="1"/>
          </p:cNvSpPr>
          <p:nvPr>
            <p:ph type="body" idx="110"/>
          </p:nvPr>
        </p:nvSpPr>
        <p:spPr>
          <a:xfrm xmlns:a="http://schemas.openxmlformats.org/drawingml/2006/main">
            <a:off x="5458164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43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0F2CF83A-0833-40D7-951D-827D217AC9EC}"/>
              </a:ext>
            </a:extLst>
          </p:cNvPr>
          <p:cNvSpPr>
            <a:spLocks xmlns:a="http://schemas.openxmlformats.org/drawingml/2006/main" noGrp="1"/>
          </p:cNvSpPr>
          <p:nvPr>
            <p:ph type="body" idx="111"/>
          </p:nvPr>
        </p:nvSpPr>
        <p:spPr>
          <a:xfrm xmlns:a="http://schemas.openxmlformats.org/drawingml/2006/main">
            <a:off x="8586526" y="5964647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4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4EB01A30-17E1-46B6-B392-93580EBF6C55}"/>
              </a:ext>
            </a:extLst>
          </p:cNvPr>
          <p:cNvSpPr>
            <a:spLocks xmlns:a="http://schemas.openxmlformats.org/drawingml/2006/main" noGrp="1"/>
          </p:cNvSpPr>
          <p:nvPr>
            <p:ph type="body" idx="112"/>
          </p:nvPr>
        </p:nvSpPr>
        <p:spPr>
          <a:xfrm xmlns:a="http://schemas.openxmlformats.org/drawingml/2006/main">
            <a:off x="7022345" y="5964647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5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8A09EF4B-E42D-446A-90B7-21593764FD79}"/>
              </a:ext>
            </a:extLst>
          </p:cNvPr>
          <p:cNvSpPr>
            <a:spLocks xmlns:a="http://schemas.openxmlformats.org/drawingml/2006/main" noGrp="1"/>
          </p:cNvSpPr>
          <p:nvPr>
            <p:ph type="body" idx="113"/>
          </p:nvPr>
        </p:nvSpPr>
        <p:spPr>
          <a:xfrm xmlns:a="http://schemas.openxmlformats.org/drawingml/2006/main">
            <a:off x="10150706" y="5964647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6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BD10CE1-0EF2-4420-9087-1B4AEE942F5A}"/>
              </a:ext>
            </a:extLst>
          </p:cNvPr>
          <p:cNvSpPr>
            <a:spLocks xmlns:a="http://schemas.openxmlformats.org/drawingml/2006/main" noGrp="1"/>
          </p:cNvSpPr>
          <p:nvPr>
            <p:ph type="pic" idx="114"/>
          </p:nvPr>
        </p:nvSpPr>
        <p:spPr>
          <a:xfrm xmlns:a="http://schemas.openxmlformats.org/drawingml/2006/main">
            <a:off x="887143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47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1CA95A8D-CF98-42F6-97C8-D24C98946A22}"/>
              </a:ext>
            </a:extLst>
          </p:cNvPr>
          <p:cNvSpPr>
            <a:spLocks xmlns:a="http://schemas.openxmlformats.org/drawingml/2006/main" noGrp="1"/>
          </p:cNvSpPr>
          <p:nvPr>
            <p:ph type="pic" idx="115"/>
          </p:nvPr>
        </p:nvSpPr>
        <p:spPr>
          <a:xfrm xmlns:a="http://schemas.openxmlformats.org/drawingml/2006/main">
            <a:off x="10435620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</p:spTree>
  </p:cSld>
</p:sldLayout>
</file>

<file path=ppt/slideLayouts/slideLayout42.xml><?xml version="1.0" encoding="utf-8"?>
<p:sldLayout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Graphic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a3d0cea0547f4">
            <a:extLst>
              <a:ext uri="{96DAC541-7B7A-43D3-8B79-37D633B846F1}">
                <asvg:svgBlip xmlns:asvg="http://schemas.microsoft.com/office/drawing/2016/SVG/main" r:embed="Ra9f47d0557c140c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530016"/>
            <a:ext cx="12192000" cy="1283368"/>
          </a:xfrm>
          <a:prstGeom xmlns:a="http://schemas.openxmlformats.org/drawingml/2006/main" prst="rect">
            <a:avLst/>
          </a:prstGeom>
        </p:spPr>
      </p:pic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0A60EB2-529A-455E-BB84-8D2BBC0987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D26E73-DB8C-4CA4-A1AE-6A0221173C11}" type="datetimeFigureOut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E9169ED-CF1C-40EB-B02B-4C674A06D6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FC0F7A4-0D3D-46A2-A2D1-1923518798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0BE56C2-DEC3-475D-8616-6D3208302146}" type="slidenum">
              <a:t>‹#›</a:t>
            </a:fld>
          </a:p>
        </p:txBody>
      </p:sp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22103F64-37F9-43D5-9C5A-B29439CB0DF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182403"/>
            <a:ext cx="10671048" cy="8229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(icons with text)</a:t>
            </a:r>
          </a:p>
        </p:txBody>
      </p:sp>
      <p:sp>
        <p:nvSpPr>
          <p:cNvPr id="17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42E2FB9C-E286-4FD1-AC57-71201F9F69E5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1041010" y="2398500"/>
            <a:ext cx="685800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Label</a:t>
            </a:r>
          </a:p>
        </p:txBody>
      </p:sp>
      <p:sp>
        <p:nvSpPr>
          <p:cNvPr id="19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AD9E5F1-3BFA-4F42-BCAB-455223D4827A}"/>
              </a:ext>
            </a:extLst>
          </p:cNvPr>
          <p:cNvSpPr>
            <a:spLocks xmlns:a="http://schemas.openxmlformats.org/drawingml/2006/main" noGrp="1"/>
          </p:cNvSpPr>
          <p:nvPr>
            <p:ph type="pic" idx="87" hasCustomPrompt="1"/>
          </p:nvPr>
        </p:nvSpPr>
        <p:spPr>
          <a:xfrm xmlns:a="http://schemas.openxmlformats.org/drawingml/2006/main">
            <a:off x="1127878" y="1853060"/>
            <a:ext cx="512064" cy="512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Add icon</a:t>
            </a:r>
          </a:p>
        </p:txBody>
      </p:sp>
      <p:sp>
        <p:nvSpPr>
          <p:cNvPr id="20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099D264E-1A2A-49D3-913C-AB554FC4E8C3}"/>
              </a:ext>
            </a:extLst>
          </p:cNvPr>
          <p:cNvSpPr>
            <a:spLocks xmlns:a="http://schemas.openxmlformats.org/drawingml/2006/main" noGrp="1"/>
          </p:cNvSpPr>
          <p:nvPr>
            <p:ph type="pic" idx="88"/>
          </p:nvPr>
        </p:nvSpPr>
        <p:spPr>
          <a:xfrm xmlns:a="http://schemas.openxmlformats.org/drawingml/2006/main">
            <a:off x="1050535" y="3476901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1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EF888FA-FA03-4D90-B67D-21FD33ED91F1}"/>
              </a:ext>
            </a:extLst>
          </p:cNvPr>
          <p:cNvSpPr>
            <a:spLocks xmlns:a="http://schemas.openxmlformats.org/drawingml/2006/main" noGrp="1"/>
          </p:cNvSpPr>
          <p:nvPr>
            <p:ph type="pic" idx="89"/>
          </p:nvPr>
        </p:nvSpPr>
        <p:spPr>
          <a:xfrm xmlns:a="http://schemas.openxmlformats.org/drawingml/2006/main">
            <a:off x="417889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2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525D977-A5B5-4398-922E-D56F1A122A46}"/>
              </a:ext>
            </a:extLst>
          </p:cNvPr>
          <p:cNvSpPr>
            <a:spLocks xmlns:a="http://schemas.openxmlformats.org/drawingml/2006/main" noGrp="1"/>
          </p:cNvSpPr>
          <p:nvPr>
            <p:ph type="pic" idx="90"/>
          </p:nvPr>
        </p:nvSpPr>
        <p:spPr>
          <a:xfrm xmlns:a="http://schemas.openxmlformats.org/drawingml/2006/main">
            <a:off x="2614716" y="3476901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3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FC68B6D6-4271-4638-8C48-627292A61FB0}"/>
              </a:ext>
            </a:extLst>
          </p:cNvPr>
          <p:cNvSpPr>
            <a:spLocks xmlns:a="http://schemas.openxmlformats.org/drawingml/2006/main" noGrp="1"/>
          </p:cNvSpPr>
          <p:nvPr>
            <p:ph type="body" idx="91"/>
          </p:nvPr>
        </p:nvSpPr>
        <p:spPr>
          <a:xfrm xmlns:a="http://schemas.openxmlformats.org/drawingml/2006/main">
            <a:off x="2329802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24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9F204A49-805D-412C-9EDA-25760EA2B6FB}"/>
              </a:ext>
            </a:extLst>
          </p:cNvPr>
          <p:cNvSpPr>
            <a:spLocks xmlns:a="http://schemas.openxmlformats.org/drawingml/2006/main" noGrp="1"/>
          </p:cNvSpPr>
          <p:nvPr>
            <p:ph type="pic" idx="92"/>
          </p:nvPr>
        </p:nvSpPr>
        <p:spPr>
          <a:xfrm xmlns:a="http://schemas.openxmlformats.org/drawingml/2006/main">
            <a:off x="574307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AE5E2BE9-BA0E-4626-BE92-4324E393B392}"/>
              </a:ext>
            </a:extLst>
          </p:cNvPr>
          <p:cNvSpPr>
            <a:spLocks xmlns:a="http://schemas.openxmlformats.org/drawingml/2006/main" noGrp="1"/>
          </p:cNvSpPr>
          <p:nvPr>
            <p:ph type="pic" idx="93"/>
          </p:nvPr>
        </p:nvSpPr>
        <p:spPr>
          <a:xfrm xmlns:a="http://schemas.openxmlformats.org/drawingml/2006/main">
            <a:off x="730725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6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23623211-130D-496D-BD63-D37F319F3E40}"/>
              </a:ext>
            </a:extLst>
          </p:cNvPr>
          <p:cNvSpPr>
            <a:spLocks xmlns:a="http://schemas.openxmlformats.org/drawingml/2006/main" noGrp="1"/>
          </p:cNvSpPr>
          <p:nvPr>
            <p:ph type="body" idx="94"/>
          </p:nvPr>
        </p:nvSpPr>
        <p:spPr>
          <a:xfrm xmlns:a="http://schemas.openxmlformats.org/drawingml/2006/main">
            <a:off x="765621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marR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27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9FDA7ACD-062A-4FC3-9EF9-5E293702093E}"/>
              </a:ext>
            </a:extLst>
          </p:cNvPr>
          <p:cNvSpPr>
            <a:spLocks xmlns:a="http://schemas.openxmlformats.org/drawingml/2006/main" noGrp="1"/>
          </p:cNvSpPr>
          <p:nvPr>
            <p:ph type="body" idx="95"/>
          </p:nvPr>
        </p:nvSpPr>
        <p:spPr>
          <a:xfrm xmlns:a="http://schemas.openxmlformats.org/drawingml/2006/main">
            <a:off x="3893983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28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30B7A401-EB5F-481F-8952-3F73CF04F4C3}"/>
              </a:ext>
            </a:extLst>
          </p:cNvPr>
          <p:cNvSpPr>
            <a:spLocks xmlns:a="http://schemas.openxmlformats.org/drawingml/2006/main" noGrp="1"/>
          </p:cNvSpPr>
          <p:nvPr>
            <p:ph type="body" idx="96"/>
          </p:nvPr>
        </p:nvSpPr>
        <p:spPr>
          <a:xfrm xmlns:a="http://schemas.openxmlformats.org/drawingml/2006/main">
            <a:off x="5458164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29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6CF7431B-CB6B-47B7-8530-BEAAD1CD9B89}"/>
              </a:ext>
            </a:extLst>
          </p:cNvPr>
          <p:cNvSpPr>
            <a:spLocks xmlns:a="http://schemas.openxmlformats.org/drawingml/2006/main" noGrp="1"/>
          </p:cNvSpPr>
          <p:nvPr>
            <p:ph type="body" idx="97"/>
          </p:nvPr>
        </p:nvSpPr>
        <p:spPr>
          <a:xfrm xmlns:a="http://schemas.openxmlformats.org/drawingml/2006/main">
            <a:off x="8586526" y="4429906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30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EB4B6A3A-676E-4AC0-918F-6AF9238CDA17}"/>
              </a:ext>
            </a:extLst>
          </p:cNvPr>
          <p:cNvSpPr>
            <a:spLocks xmlns:a="http://schemas.openxmlformats.org/drawingml/2006/main" noGrp="1"/>
          </p:cNvSpPr>
          <p:nvPr>
            <p:ph type="body" idx="98"/>
          </p:nvPr>
        </p:nvSpPr>
        <p:spPr>
          <a:xfrm xmlns:a="http://schemas.openxmlformats.org/drawingml/2006/main">
            <a:off x="7022345" y="4429906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31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88DF17E6-8BF6-4489-A838-EB82D2B0407E}"/>
              </a:ext>
            </a:extLst>
          </p:cNvPr>
          <p:cNvSpPr>
            <a:spLocks xmlns:a="http://schemas.openxmlformats.org/drawingml/2006/main" noGrp="1"/>
          </p:cNvSpPr>
          <p:nvPr>
            <p:ph type="body" idx="99"/>
          </p:nvPr>
        </p:nvSpPr>
        <p:spPr>
          <a:xfrm xmlns:a="http://schemas.openxmlformats.org/drawingml/2006/main">
            <a:off x="10150706" y="4429906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32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1D699F03-B1DA-4AE3-A081-0FADE23BAB48}"/>
              </a:ext>
            </a:extLst>
          </p:cNvPr>
          <p:cNvSpPr>
            <a:spLocks xmlns:a="http://schemas.openxmlformats.org/drawingml/2006/main" noGrp="1"/>
          </p:cNvSpPr>
          <p:nvPr>
            <p:ph type="pic" idx="100"/>
          </p:nvPr>
        </p:nvSpPr>
        <p:spPr>
          <a:xfrm xmlns:a="http://schemas.openxmlformats.org/drawingml/2006/main">
            <a:off x="887143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3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7865EDDA-D773-4E4F-A4AE-3C4881C1E7F2}"/>
              </a:ext>
            </a:extLst>
          </p:cNvPr>
          <p:cNvSpPr>
            <a:spLocks xmlns:a="http://schemas.openxmlformats.org/drawingml/2006/main" noGrp="1"/>
          </p:cNvSpPr>
          <p:nvPr>
            <p:ph type="pic" idx="101"/>
          </p:nvPr>
        </p:nvSpPr>
        <p:spPr>
          <a:xfrm xmlns:a="http://schemas.openxmlformats.org/drawingml/2006/main">
            <a:off x="10435620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4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64EA4A58-CB42-4762-8287-8FBAD0F419C7}"/>
              </a:ext>
            </a:extLst>
          </p:cNvPr>
          <p:cNvSpPr>
            <a:spLocks xmlns:a="http://schemas.openxmlformats.org/drawingml/2006/main" noGrp="1"/>
          </p:cNvSpPr>
          <p:nvPr>
            <p:ph type="pic" idx="102"/>
          </p:nvPr>
        </p:nvSpPr>
        <p:spPr>
          <a:xfrm xmlns:a="http://schemas.openxmlformats.org/drawingml/2006/main">
            <a:off x="1050535" y="5001482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5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B94108C-B523-4D81-8160-4EEDCA05D19F}"/>
              </a:ext>
            </a:extLst>
          </p:cNvPr>
          <p:cNvSpPr>
            <a:spLocks xmlns:a="http://schemas.openxmlformats.org/drawingml/2006/main" noGrp="1"/>
          </p:cNvSpPr>
          <p:nvPr>
            <p:ph type="pic" idx="103"/>
          </p:nvPr>
        </p:nvSpPr>
        <p:spPr>
          <a:xfrm xmlns:a="http://schemas.openxmlformats.org/drawingml/2006/main">
            <a:off x="417889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6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A0AA4CE-D667-4E22-8E4B-E33283199B8A}"/>
              </a:ext>
            </a:extLst>
          </p:cNvPr>
          <p:cNvSpPr>
            <a:spLocks xmlns:a="http://schemas.openxmlformats.org/drawingml/2006/main" noGrp="1"/>
          </p:cNvSpPr>
          <p:nvPr>
            <p:ph type="pic" idx="104"/>
          </p:nvPr>
        </p:nvSpPr>
        <p:spPr>
          <a:xfrm xmlns:a="http://schemas.openxmlformats.org/drawingml/2006/main">
            <a:off x="2614716" y="5001482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7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9B73C80F-2017-42CE-B90A-527B3E74B68A}"/>
              </a:ext>
            </a:extLst>
          </p:cNvPr>
          <p:cNvSpPr>
            <a:spLocks xmlns:a="http://schemas.openxmlformats.org/drawingml/2006/main" noGrp="1"/>
          </p:cNvSpPr>
          <p:nvPr>
            <p:ph type="body" idx="105"/>
          </p:nvPr>
        </p:nvSpPr>
        <p:spPr>
          <a:xfrm xmlns:a="http://schemas.openxmlformats.org/drawingml/2006/main">
            <a:off x="2329802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38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D92A14AF-09A2-4C25-8D64-64E762D8711E}"/>
              </a:ext>
            </a:extLst>
          </p:cNvPr>
          <p:cNvSpPr>
            <a:spLocks xmlns:a="http://schemas.openxmlformats.org/drawingml/2006/main" noGrp="1"/>
          </p:cNvSpPr>
          <p:nvPr>
            <p:ph type="pic" idx="106"/>
          </p:nvPr>
        </p:nvSpPr>
        <p:spPr>
          <a:xfrm xmlns:a="http://schemas.openxmlformats.org/drawingml/2006/main">
            <a:off x="574307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9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D8067B3C-C1D4-41DF-96DC-760411B6F75B}"/>
              </a:ext>
            </a:extLst>
          </p:cNvPr>
          <p:cNvSpPr>
            <a:spLocks xmlns:a="http://schemas.openxmlformats.org/drawingml/2006/main" noGrp="1"/>
          </p:cNvSpPr>
          <p:nvPr>
            <p:ph type="pic" idx="107"/>
          </p:nvPr>
        </p:nvSpPr>
        <p:spPr>
          <a:xfrm xmlns:a="http://schemas.openxmlformats.org/drawingml/2006/main">
            <a:off x="730725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40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8FEBDAF6-3565-4039-878D-72010E475DF8}"/>
              </a:ext>
            </a:extLst>
          </p:cNvPr>
          <p:cNvSpPr>
            <a:spLocks xmlns:a="http://schemas.openxmlformats.org/drawingml/2006/main" noGrp="1"/>
          </p:cNvSpPr>
          <p:nvPr>
            <p:ph type="body" idx="108"/>
          </p:nvPr>
        </p:nvSpPr>
        <p:spPr>
          <a:xfrm xmlns:a="http://schemas.openxmlformats.org/drawingml/2006/main">
            <a:off x="765621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marR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1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55BC8570-FC5A-4122-9E7C-8C0446AB21FB}"/>
              </a:ext>
            </a:extLst>
          </p:cNvPr>
          <p:cNvSpPr>
            <a:spLocks xmlns:a="http://schemas.openxmlformats.org/drawingml/2006/main" noGrp="1"/>
          </p:cNvSpPr>
          <p:nvPr>
            <p:ph type="body" idx="109"/>
          </p:nvPr>
        </p:nvSpPr>
        <p:spPr>
          <a:xfrm xmlns:a="http://schemas.openxmlformats.org/drawingml/2006/main">
            <a:off x="3893983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42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716F4F36-6367-4F84-AEB5-408B6729FC60}"/>
              </a:ext>
            </a:extLst>
          </p:cNvPr>
          <p:cNvSpPr>
            <a:spLocks xmlns:a="http://schemas.openxmlformats.org/drawingml/2006/main" noGrp="1"/>
          </p:cNvSpPr>
          <p:nvPr>
            <p:ph type="body" idx="110"/>
          </p:nvPr>
        </p:nvSpPr>
        <p:spPr>
          <a:xfrm xmlns:a="http://schemas.openxmlformats.org/drawingml/2006/main">
            <a:off x="5458164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43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0F2CF83A-0833-40D7-951D-827D217AC9EC}"/>
              </a:ext>
            </a:extLst>
          </p:cNvPr>
          <p:cNvSpPr>
            <a:spLocks xmlns:a="http://schemas.openxmlformats.org/drawingml/2006/main" noGrp="1"/>
          </p:cNvSpPr>
          <p:nvPr>
            <p:ph type="body" idx="111"/>
          </p:nvPr>
        </p:nvSpPr>
        <p:spPr>
          <a:xfrm xmlns:a="http://schemas.openxmlformats.org/drawingml/2006/main">
            <a:off x="8586526" y="5964647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4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4EB01A30-17E1-46B6-B392-93580EBF6C55}"/>
              </a:ext>
            </a:extLst>
          </p:cNvPr>
          <p:cNvSpPr>
            <a:spLocks xmlns:a="http://schemas.openxmlformats.org/drawingml/2006/main" noGrp="1"/>
          </p:cNvSpPr>
          <p:nvPr>
            <p:ph type="body" idx="112"/>
          </p:nvPr>
        </p:nvSpPr>
        <p:spPr>
          <a:xfrm xmlns:a="http://schemas.openxmlformats.org/drawingml/2006/main">
            <a:off x="7022345" y="5964647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5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8A09EF4B-E42D-446A-90B7-21593764FD79}"/>
              </a:ext>
            </a:extLst>
          </p:cNvPr>
          <p:cNvSpPr>
            <a:spLocks xmlns:a="http://schemas.openxmlformats.org/drawingml/2006/main" noGrp="1"/>
          </p:cNvSpPr>
          <p:nvPr>
            <p:ph type="body" idx="113"/>
          </p:nvPr>
        </p:nvSpPr>
        <p:spPr>
          <a:xfrm xmlns:a="http://schemas.openxmlformats.org/drawingml/2006/main">
            <a:off x="10150706" y="5964647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6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BD10CE1-0EF2-4420-9087-1B4AEE942F5A}"/>
              </a:ext>
            </a:extLst>
          </p:cNvPr>
          <p:cNvSpPr>
            <a:spLocks xmlns:a="http://schemas.openxmlformats.org/drawingml/2006/main" noGrp="1"/>
          </p:cNvSpPr>
          <p:nvPr>
            <p:ph type="pic" idx="114"/>
          </p:nvPr>
        </p:nvSpPr>
        <p:spPr>
          <a:xfrm xmlns:a="http://schemas.openxmlformats.org/drawingml/2006/main">
            <a:off x="887143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47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1CA95A8D-CF98-42F6-97C8-D24C98946A22}"/>
              </a:ext>
            </a:extLst>
          </p:cNvPr>
          <p:cNvSpPr>
            <a:spLocks xmlns:a="http://schemas.openxmlformats.org/drawingml/2006/main" noGrp="1"/>
          </p:cNvSpPr>
          <p:nvPr>
            <p:ph type="pic" idx="115"/>
          </p:nvPr>
        </p:nvSpPr>
        <p:spPr>
          <a:xfrm xmlns:a="http://schemas.openxmlformats.org/drawingml/2006/main">
            <a:off x="10435620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</p:spTree>
  </p:cSld>
</p:sldLayout>
</file>

<file path=ppt/slideLayouts/slideLayout43.xml><?xml version="1.0" encoding="utf-8"?>
<p:sldLayout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43CCE3C-529C-49B4-A97B-0D547B28CD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6C91FA49-12C8-4DBA-AE2C-0C5643B9D9AD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D1D9B9F-A342-4210-B0DC-EDDEB3A2C3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| Confidential: Internal/Restricted/Highly Restricted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F6F638A-5EDD-4938-9DD0-A80E319DB038}"/>
              </a:ext>
            </a:extLst>
          </p:cNvPr>
          <p:cNvSpPr>
            <a:spLocks xmlns:a="http://schemas.openxmlformats.org/drawingml/2006/main" noGrp="1"/>
          </p:cNvSpPr>
          <p:nvPr>
            <p:ph type="dt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[Date]</a:t>
            </a:r>
          </a:p>
        </p:txBody>
      </p:sp>
      <p:pic>
        <p:nvPicPr>
          <p:cNvPr id="11" name="Graphic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b5bad515d4591">
            <a:extLst>
              <a:ext uri="{96DAC541-7B7A-43D3-8B79-37D633B846F1}">
                <asvg:svgBlip xmlns:asvg="http://schemas.microsoft.com/office/drawing/2016/SVG/main" r:embed="R207dd7f4992e40f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329991"/>
            <a:ext cx="12192000" cy="1283368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8e5b1b51265740e0" /><Relationship Type="http://schemas.openxmlformats.org/officeDocument/2006/relationships/theme" Target="/ppt/slideMasters/theme/theme2.xml" Id="R5fbe8beea7f2470d" /><Relationship Type="http://schemas.openxmlformats.org/officeDocument/2006/relationships/slideLayout" Target="/ppt/slideLayouts/slideLayout1.xml" Id="R365152b787984d40" /><Relationship Type="http://schemas.openxmlformats.org/officeDocument/2006/relationships/slideLayout" Target="/ppt/slideLayouts/slideLayout2.xml" Id="Rbb1f67d934514f5d" /><Relationship Type="http://schemas.openxmlformats.org/officeDocument/2006/relationships/slideLayout" Target="/ppt/slideLayouts/slideLayout3.xml" Id="R9709b77f6ecd4760" /><Relationship Type="http://schemas.openxmlformats.org/officeDocument/2006/relationships/slideLayout" Target="/ppt/slideLayouts/slideLayout4.xml" Id="R08e912cb18634638" /><Relationship Type="http://schemas.openxmlformats.org/officeDocument/2006/relationships/slideLayout" Target="/ppt/slideLayouts/slideLayout5.xml" Id="R4b598840afde4be5" /><Relationship Type="http://schemas.openxmlformats.org/officeDocument/2006/relationships/slideLayout" Target="/ppt/slideLayouts/slideLayout6.xml" Id="Radda70a215584ba4" /><Relationship Type="http://schemas.openxmlformats.org/officeDocument/2006/relationships/slideLayout" Target="/ppt/slideLayouts/slideLayout7.xml" Id="Rd2e6dfff9568467f" /><Relationship Type="http://schemas.openxmlformats.org/officeDocument/2006/relationships/slideLayout" Target="/ppt/slideLayouts/slideLayout8.xml" Id="Rf10f6bac5cdd43c6" /><Relationship Type="http://schemas.openxmlformats.org/officeDocument/2006/relationships/slideLayout" Target="/ppt/slideLayouts/slideLayout9.xml" Id="R421e895ebed9499b" /><Relationship Type="http://schemas.openxmlformats.org/officeDocument/2006/relationships/slideLayout" Target="/ppt/slideLayouts/slideLayout10.xml" Id="Rea13a836ecb34b8d" /><Relationship Type="http://schemas.openxmlformats.org/officeDocument/2006/relationships/slideLayout" Target="/ppt/slideLayouts/slideLayout11.xml" Id="R07731b472b4f4d3c" /><Relationship Type="http://schemas.openxmlformats.org/officeDocument/2006/relationships/slideLayout" Target="/ppt/slideLayouts/slideLayout12.xml" Id="Rd2654a7febe14528" /><Relationship Type="http://schemas.openxmlformats.org/officeDocument/2006/relationships/slideLayout" Target="/ppt/slideLayouts/slideLayout13.xml" Id="R345cd7c57ca14374" /><Relationship Type="http://schemas.openxmlformats.org/officeDocument/2006/relationships/slideLayout" Target="/ppt/slideLayouts/slideLayout14.xml" Id="R890d1e3cb8114f29" /><Relationship Type="http://schemas.openxmlformats.org/officeDocument/2006/relationships/slideLayout" Target="/ppt/slideLayouts/slideLayout15.xml" Id="R06cf53c527c84a85" /><Relationship Type="http://schemas.openxmlformats.org/officeDocument/2006/relationships/slideLayout" Target="/ppt/slideLayouts/slideLayout16.xml" Id="R7415e35c450e48a6" /><Relationship Type="http://schemas.openxmlformats.org/officeDocument/2006/relationships/slideLayout" Target="/ppt/slideLayouts/slideLayout17.xml" Id="R3d0dc33f3f2b4162" /><Relationship Type="http://schemas.openxmlformats.org/officeDocument/2006/relationships/slideLayout" Target="/ppt/slideLayouts/slideLayout18.xml" Id="Rcd329131b85e4256" /><Relationship Type="http://schemas.openxmlformats.org/officeDocument/2006/relationships/slideLayout" Target="/ppt/slideLayouts/slideLayout19.xml" Id="Rc7c87f3144604ecc" /><Relationship Type="http://schemas.openxmlformats.org/officeDocument/2006/relationships/slideLayout" Target="/ppt/slideLayouts/slideLayout20.xml" Id="R8b1fddeffb84426f" /><Relationship Type="http://schemas.openxmlformats.org/officeDocument/2006/relationships/slideLayout" Target="/ppt/slideLayouts/slideLayout21.xml" Id="Rb0e01fb12920488f" /><Relationship Type="http://schemas.openxmlformats.org/officeDocument/2006/relationships/slideLayout" Target="/ppt/slideLayouts/slideLayout22.xml" Id="R4f8cb4b0e43c4290" /><Relationship Type="http://schemas.openxmlformats.org/officeDocument/2006/relationships/slideLayout" Target="/ppt/slideLayouts/slideLayout23.xml" Id="R44d9c0fdbf7c4f04" /><Relationship Type="http://schemas.openxmlformats.org/officeDocument/2006/relationships/slideLayout" Target="/ppt/slideLayouts/slideLayout24.xml" Id="R026ff552352d40b6" /><Relationship Type="http://schemas.openxmlformats.org/officeDocument/2006/relationships/slideLayout" Target="/ppt/slideLayouts/slideLayout25.xml" Id="Reb34cc3c77de45e3" /><Relationship Type="http://schemas.openxmlformats.org/officeDocument/2006/relationships/slideLayout" Target="/ppt/slideLayouts/slideLayout26.xml" Id="R4b6c24561b614420" /><Relationship Type="http://schemas.openxmlformats.org/officeDocument/2006/relationships/slideLayout" Target="/ppt/slideLayouts/slideLayout27.xml" Id="R16697da7415244d4" /><Relationship Type="http://schemas.openxmlformats.org/officeDocument/2006/relationships/slideLayout" Target="/ppt/slideLayouts/slideLayout28.xml" Id="R81e1e8a3f42d47b1" /><Relationship Type="http://schemas.openxmlformats.org/officeDocument/2006/relationships/slideLayout" Target="/ppt/slideLayouts/slideLayout29.xml" Id="R8591c61671fb4b99" /><Relationship Type="http://schemas.openxmlformats.org/officeDocument/2006/relationships/slideLayout" Target="/ppt/slideLayouts/slideLayout30.xml" Id="Ref7c11e873ac4006" /><Relationship Type="http://schemas.openxmlformats.org/officeDocument/2006/relationships/slideLayout" Target="/ppt/slideLayouts/slideLayout31.xml" Id="Rfcffb60908ea461a" /><Relationship Type="http://schemas.openxmlformats.org/officeDocument/2006/relationships/slideLayout" Target="/ppt/slideLayouts/slideLayout32.xml" Id="Rafcd98c6b6354114" /><Relationship Type="http://schemas.openxmlformats.org/officeDocument/2006/relationships/slideLayout" Target="/ppt/slideLayouts/slideLayout33.xml" Id="R83ed4b8b19514a32" /><Relationship Type="http://schemas.openxmlformats.org/officeDocument/2006/relationships/slideLayout" Target="/ppt/slideLayouts/slideLayout34.xml" Id="R3bb97f7bb30e4d95" /><Relationship Type="http://schemas.openxmlformats.org/officeDocument/2006/relationships/slideLayout" Target="/ppt/slideLayouts/slideLayout35.xml" Id="R3a19d9861ba44775" /><Relationship Type="http://schemas.openxmlformats.org/officeDocument/2006/relationships/slideLayout" Target="/ppt/slideLayouts/slideLayout36.xml" Id="R9908cd3249334020" /><Relationship Type="http://schemas.openxmlformats.org/officeDocument/2006/relationships/slideLayout" Target="/ppt/slideLayouts/slideLayout37.xml" Id="R0f3c2b11c4f14d79" /><Relationship Type="http://schemas.openxmlformats.org/officeDocument/2006/relationships/slideLayout" Target="/ppt/slideLayouts/slideLayout38.xml" Id="R3055de5dce47478b" /><Relationship Type="http://schemas.openxmlformats.org/officeDocument/2006/relationships/slideLayout" Target="/ppt/slideLayouts/slideLayout39.xml" Id="R49f61a1655fa4e1e" /><Relationship Type="http://schemas.openxmlformats.org/officeDocument/2006/relationships/slideLayout" Target="/ppt/slideLayouts/slideLayout40.xml" Id="Rdfd106d088f0402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emf" Id="R0eca4b33fbb84156" /><Relationship Type="http://schemas.openxmlformats.org/officeDocument/2006/relationships/theme" Target="/ppt/slideMasters/theme/theme3.xml" Id="R527945e6d40a4f2f" /><Relationship Type="http://schemas.openxmlformats.org/officeDocument/2006/relationships/slideLayout" Target="/ppt/slideLayouts/slideLayout41.xml" Id="R8118640fe9804a09" /><Relationship Type="http://schemas.openxmlformats.org/officeDocument/2006/relationships/slideLayout" Target="/ppt/slideLayouts/slideLayout42.xml" Id="Rc4c1c0906c7f4eb5" /><Relationship Type="http://schemas.openxmlformats.org/officeDocument/2006/relationships/slideLayout" Target="/ppt/slideLayouts/slideLayout43.xml" Id="R90a22d636b8c4f3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b1b51265740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70F255-3C2A-4AC7-8935-184146E3B6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8875" y="182403"/>
            <a:ext cx="10671048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1000"/>
              </a:spcBef>
              <a:buFont typeface="Arial"/>
              <a:buNone/>
            </a:pPr>
            <a:r>
              <a:t>Title</a:t>
            </a:r>
          </a:p>
        </p:txBody>
      </p:sp>
      <p:sp>
        <p:nvSpPr>
          <p:cNvPr id="4" name="Text Field">
            <a:extLst xmlns:a="http://schemas.openxmlformats.org/drawingml/2006/main">
              <a:ext uri="{FF2B5EF4-FFF2-40B4-BE49-F238E27FC236}">
                <a16:creationId xmlns:a16="http://schemas.microsoft.com/office/drawing/2014/main" id="{E46619B6-A626-4CDA-96E2-B94F4637C6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68875" y="1600200"/>
            <a:ext cx="10671048" cy="451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8A3F6CD-49F4-D74B-8C7F-D6CA71EFB13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62000" y="6423660"/>
            <a:ext cx="36576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l"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8E003242-6B91-1949-A5CA-15BA57A045C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127759" y="6423978"/>
            <a:ext cx="2478001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l"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20" name="Date">
            <a:extLst xmlns:a="http://schemas.openxmlformats.org/drawingml/2006/main">
              <a:ext uri="{FF2B5EF4-FFF2-40B4-BE49-F238E27FC236}">
                <a16:creationId xmlns:a16="http://schemas.microsoft.com/office/drawing/2014/main" id="{65BA88F5-EF53-415B-8446-19188BE675D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605760" y="6425604"/>
            <a:ext cx="2743200" cy="3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>
            <a:fld id="{82BDA199-1C6F-4B76-931E-007EAA6F75F8}" type="datetime1">
              <a:t>4/26/2024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5152b787984d40"/>
    <p:sldLayoutId xmlns:r="http://schemas.openxmlformats.org/officeDocument/2006/relationships" id="2147483650" r:id="Rbb1f67d934514f5d"/>
    <p:sldLayoutId xmlns:r="http://schemas.openxmlformats.org/officeDocument/2006/relationships" id="2147483651" r:id="R9709b77f6ecd4760"/>
    <p:sldLayoutId xmlns:r="http://schemas.openxmlformats.org/officeDocument/2006/relationships" id="2147483652" r:id="R08e912cb18634638"/>
    <p:sldLayoutId xmlns:r="http://schemas.openxmlformats.org/officeDocument/2006/relationships" id="2147483653" r:id="R4b598840afde4be5"/>
    <p:sldLayoutId xmlns:r="http://schemas.openxmlformats.org/officeDocument/2006/relationships" id="2147483654" r:id="Radda70a215584ba4"/>
    <p:sldLayoutId xmlns:r="http://schemas.openxmlformats.org/officeDocument/2006/relationships" id="2147483655" r:id="Rd2e6dfff9568467f"/>
    <p:sldLayoutId xmlns:r="http://schemas.openxmlformats.org/officeDocument/2006/relationships" id="2147483656" r:id="Rf10f6bac5cdd43c6"/>
    <p:sldLayoutId xmlns:r="http://schemas.openxmlformats.org/officeDocument/2006/relationships" id="2147483657" r:id="R421e895ebed9499b"/>
    <p:sldLayoutId xmlns:r="http://schemas.openxmlformats.org/officeDocument/2006/relationships" id="2147483658" r:id="Rea13a836ecb34b8d"/>
    <p:sldLayoutId xmlns:r="http://schemas.openxmlformats.org/officeDocument/2006/relationships" id="2147483659" r:id="R07731b472b4f4d3c"/>
    <p:sldLayoutId xmlns:r="http://schemas.openxmlformats.org/officeDocument/2006/relationships" id="2147483660" r:id="Rd2654a7febe14528"/>
    <p:sldLayoutId xmlns:r="http://schemas.openxmlformats.org/officeDocument/2006/relationships" id="2147483661" r:id="R345cd7c57ca14374"/>
    <p:sldLayoutId xmlns:r="http://schemas.openxmlformats.org/officeDocument/2006/relationships" id="2147483662" r:id="R890d1e3cb8114f29"/>
    <p:sldLayoutId xmlns:r="http://schemas.openxmlformats.org/officeDocument/2006/relationships" id="2147483663" r:id="R06cf53c527c84a85"/>
    <p:sldLayoutId xmlns:r="http://schemas.openxmlformats.org/officeDocument/2006/relationships" id="2147483664" r:id="R7415e35c450e48a6"/>
    <p:sldLayoutId xmlns:r="http://schemas.openxmlformats.org/officeDocument/2006/relationships" id="2147483665" r:id="R3d0dc33f3f2b4162"/>
    <p:sldLayoutId xmlns:r="http://schemas.openxmlformats.org/officeDocument/2006/relationships" id="2147483666" r:id="Rcd329131b85e4256"/>
    <p:sldLayoutId xmlns:r="http://schemas.openxmlformats.org/officeDocument/2006/relationships" id="2147483667" r:id="Rc7c87f3144604ecc"/>
    <p:sldLayoutId xmlns:r="http://schemas.openxmlformats.org/officeDocument/2006/relationships" id="2147483668" r:id="R8b1fddeffb84426f"/>
    <p:sldLayoutId xmlns:r="http://schemas.openxmlformats.org/officeDocument/2006/relationships" id="2147483669" r:id="Rb0e01fb12920488f"/>
    <p:sldLayoutId xmlns:r="http://schemas.openxmlformats.org/officeDocument/2006/relationships" id="2147483670" r:id="R4f8cb4b0e43c4290"/>
    <p:sldLayoutId xmlns:r="http://schemas.openxmlformats.org/officeDocument/2006/relationships" id="2147483671" r:id="R44d9c0fdbf7c4f04"/>
    <p:sldLayoutId xmlns:r="http://schemas.openxmlformats.org/officeDocument/2006/relationships" id="2147483672" r:id="R026ff552352d40b6"/>
    <p:sldLayoutId xmlns:r="http://schemas.openxmlformats.org/officeDocument/2006/relationships" id="2147483673" r:id="Reb34cc3c77de45e3"/>
    <p:sldLayoutId xmlns:r="http://schemas.openxmlformats.org/officeDocument/2006/relationships" id="2147483674" r:id="R4b6c24561b614420"/>
    <p:sldLayoutId xmlns:r="http://schemas.openxmlformats.org/officeDocument/2006/relationships" id="2147483675" r:id="R16697da7415244d4"/>
    <p:sldLayoutId xmlns:r="http://schemas.openxmlformats.org/officeDocument/2006/relationships" id="2147483676" r:id="R81e1e8a3f42d47b1"/>
    <p:sldLayoutId xmlns:r="http://schemas.openxmlformats.org/officeDocument/2006/relationships" id="2147483677" r:id="R8591c61671fb4b99"/>
    <p:sldLayoutId xmlns:r="http://schemas.openxmlformats.org/officeDocument/2006/relationships" id="2147483678" r:id="Ref7c11e873ac4006"/>
    <p:sldLayoutId xmlns:r="http://schemas.openxmlformats.org/officeDocument/2006/relationships" id="2147483679" r:id="Rfcffb60908ea461a"/>
    <p:sldLayoutId xmlns:r="http://schemas.openxmlformats.org/officeDocument/2006/relationships" id="2147483680" r:id="Rafcd98c6b6354114"/>
    <p:sldLayoutId xmlns:r="http://schemas.openxmlformats.org/officeDocument/2006/relationships" id="2147483681" r:id="R83ed4b8b19514a32"/>
    <p:sldLayoutId xmlns:r="http://schemas.openxmlformats.org/officeDocument/2006/relationships" id="2147483682" r:id="R3bb97f7bb30e4d95"/>
    <p:sldLayoutId xmlns:r="http://schemas.openxmlformats.org/officeDocument/2006/relationships" id="2147483683" r:id="R3a19d9861ba44775"/>
    <p:sldLayoutId xmlns:r="http://schemas.openxmlformats.org/officeDocument/2006/relationships" id="2147483684" r:id="R9908cd3249334020"/>
    <p:sldLayoutId xmlns:r="http://schemas.openxmlformats.org/officeDocument/2006/relationships" id="2147483685" r:id="R0f3c2b11c4f14d79"/>
    <p:sldLayoutId xmlns:r="http://schemas.openxmlformats.org/officeDocument/2006/relationships" id="2147483686" r:id="R3055de5dce47478b"/>
    <p:sldLayoutId xmlns:r="http://schemas.openxmlformats.org/officeDocument/2006/relationships" id="2147483687" r:id="R49f61a1655fa4e1e"/>
    <p:sldLayoutId xmlns:r="http://schemas.openxmlformats.org/officeDocument/2006/relationships" id="2147483688" r:id="Rdfd106d088f0402b"/>
  </p:sldLayoutIdLst>
  <p:hf hdr="0"/>
  <p:txStyles>
    <p:titleStyle>
      <a:lvl1pPr xmlns:a="http://schemas.openxmlformats.org/drawingml/2006/main" algn="l" defTabSz="914400">
        <a:lnSpc>
          <a:spcPct val="95000"/>
        </a:lnSpc>
        <a:spcBef>
          <a:spcPct val="0"/>
        </a:spcBef>
        <a:buNone/>
        <a:defRPr sz="2400" b="1" i="0" kern="1200" baseline="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0" marR="0" indent="0" algn="l" defTabSz="914400">
        <a:lnSpc>
          <a:spcPct val="95000"/>
        </a:lnSpc>
        <a:spcBef>
          <a:spcPts val="600"/>
        </a:spcBef>
        <a:spcAft>
          <a:spcPts val="0"/>
        </a:spcAft>
        <a:buClrTx/>
        <a:buSzTx/>
        <a:buFont typeface="System Font Regular"/>
        <a:buNone/>
        <a:defRPr sz="1800" b="0" i="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65760" marR="0" indent="-182880" algn="l" defTabSz="914400">
        <a:lnSpc>
          <a:spcPct val="95000"/>
        </a:lnSpc>
        <a:spcBef>
          <a:spcPts val="600"/>
        </a:spcBef>
        <a:spcAft>
          <a:spcPts val="0"/>
        </a:spcAft>
        <a:buClrTx/>
        <a:buSzPct val="100000"/>
        <a:buFont typeface="Arial"/>
        <a:buChar char="•"/>
        <a:defRPr sz="1800" b="0" i="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7688" marR="0" indent="-182563" algn="l" defTabSz="914400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/>
        <a:buChar char="•"/>
        <a:defRPr sz="1600" kern="1200">
          <a:solidFill>
            <a:schemeClr val="tx1"/>
          </a:solidFill>
          <a:latin typeface="Oracle Sans Tab Light"/>
          <a:ea typeface="Oracle Sans Tab Light"/>
          <a:cs typeface="Oracle Sans Tab Light"/>
        </a:defRPr>
      </a:lvl3pPr>
      <a:lvl4pPr xmlns:a="http://schemas.openxmlformats.org/drawingml/2006/main" marL="730250" marR="0" indent="-182563" algn="l" defTabSz="914400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/>
        <a:buChar char="•"/>
        <a:defRPr sz="1400" kern="1200">
          <a:solidFill>
            <a:schemeClr val="tx1"/>
          </a:solidFill>
          <a:latin typeface="Oracle Sans Tab Light"/>
          <a:ea typeface="Oracle Sans Tab Light"/>
          <a:cs typeface="Oracle Sans Tab Light"/>
        </a:defRPr>
      </a:lvl4pPr>
      <a:lvl5pPr xmlns:a="http://schemas.openxmlformats.org/drawingml/2006/main" marL="914400" marR="0" indent="-182880" algn="l" defTabSz="914400">
        <a:lnSpc>
          <a:spcPct val="95000"/>
        </a:lnSpc>
        <a:spcBef>
          <a:spcPts val="400"/>
        </a:spcBef>
        <a:spcAft>
          <a:spcPts val="0"/>
        </a:spcAft>
        <a:buClrTx/>
        <a:buSzTx/>
        <a:buFont typeface="System Font Regular"/>
        <a:buChar char="•"/>
        <a:defRPr sz="1200" kern="1200">
          <a:solidFill>
            <a:schemeClr val="tx1"/>
          </a:solidFill>
          <a:latin typeface="Oracle Sans Tab Light"/>
          <a:ea typeface="Oracle Sans Tab Light"/>
          <a:cs typeface="Oracle Sans Tab Light"/>
        </a:defRPr>
      </a:lvl5pPr>
      <a:lvl6pPr xmlns:a="http://schemas.openxmlformats.org/drawingml/2006/main" marL="1097280" indent="-182880" algn="l" defTabSz="914400">
        <a:lnSpc>
          <a:spcPct val="95000"/>
        </a:lnSpc>
        <a:spcBef>
          <a:spcPts val="400"/>
        </a:spcBef>
        <a:spcAft>
          <a:spcPts val="0"/>
        </a:spcAft>
        <a:buSzPct val="100000"/>
        <a:buFont typeface="Arial"/>
        <a:buChar char="•"/>
        <a:defRPr sz="1200" b="0" i="0" kern="1200">
          <a:solidFill>
            <a:schemeClr val="tx1"/>
          </a:solidFill>
          <a:latin typeface="Oracle Sans Light"/>
          <a:ea typeface="Oracle Sans Light"/>
          <a:cs typeface="Oracle Sans Light"/>
        </a:defRPr>
      </a:lvl6pPr>
      <a:lvl7pPr xmlns:a="http://schemas.openxmlformats.org/drawingml/2006/main" marL="1280160" indent="-182880" algn="l" defTabSz="914400">
        <a:lnSpc>
          <a:spcPct val="95000"/>
        </a:lnSpc>
        <a:spcBef>
          <a:spcPts val="400"/>
        </a:spcBef>
        <a:spcAft>
          <a:spcPts val="0"/>
        </a:spcAft>
        <a:buFont typeface="Arial"/>
        <a:buChar char="•"/>
        <a:defRPr sz="1200" b="0" i="0" kern="1200">
          <a:solidFill>
            <a:schemeClr val="tx1"/>
          </a:solidFill>
          <a:latin typeface="Oracle Sans Light"/>
          <a:ea typeface="Oracle Sans Light"/>
          <a:cs typeface="Oracle Sans Ligh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F26B43"/>
          </p15:clr>
        </p15:guide>
        <p15:guide id="2" pos="3840">
          <p15:clr>
            <a:srgbClr xmlns:a="http://schemas.openxmlformats.org/drawingml/2006/main" val="F26B43"/>
          </p15:clr>
        </p15:guide>
        <p15:guide id="3" orient="horz" pos="1008">
          <p15:clr>
            <a:srgbClr xmlns:a="http://schemas.openxmlformats.org/drawingml/2006/main" val="F26B43"/>
          </p15:clr>
        </p15:guide>
        <p15:guide id="4" orient="horz" pos="3852">
          <p15:clr>
            <a:srgbClr xmlns:a="http://schemas.openxmlformats.org/drawingml/2006/main" val="F26B43"/>
          </p15:clr>
        </p15:guide>
        <p15:guide id="5" pos="480">
          <p15:clr>
            <a:srgbClr xmlns:a="http://schemas.openxmlformats.org/drawingml/2006/main" val="F26B43"/>
          </p15:clr>
        </p15:guide>
        <p15:guide id="6" orient="horz" pos="795">
          <p15:clr>
            <a:srgbClr xmlns:a="http://schemas.openxmlformats.org/drawingml/2006/main" val="F26B43"/>
          </p15:clr>
        </p15:guide>
        <p15:guide id="7" orient="horz" pos="590">
          <p15:clr>
            <a:srgbClr xmlns:a="http://schemas.openxmlformats.org/drawingml/2006/main" val="F26B43"/>
          </p15:clr>
        </p15:guide>
        <p15:guide id="8" pos="7212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a4b33fbb841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F0C18C47-A1DD-4F43-A8AB-F2F5DF4E80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8875" y="182403"/>
            <a:ext cx="10671048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1000"/>
              </a:spcBef>
              <a:buFont typeface="Arial"/>
              <a:buNone/>
            </a:pPr>
            <a:r>
              <a:t>Title</a:t>
            </a:r>
          </a:p>
        </p:txBody>
      </p:sp>
      <p:sp>
        <p:nvSpPr>
          <p:cNvPr id="1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076D7C5-C8B8-4657-AE43-B155E4B7D91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62000" y="6423660"/>
            <a:ext cx="36576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l"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F2052439-E85C-4DBE-8D4D-C9AFB878E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127759" y="6423978"/>
            <a:ext cx="574537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l"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>
            <a:r>
              <a:t>Copyright © 2022, Oracle and/or its affiliates | Confidential: Internal/Restricted/Highly Restricted</a:t>
            </a:r>
          </a:p>
        </p:txBody>
      </p:sp>
      <p:sp>
        <p:nvSpPr>
          <p:cNvPr id="18" name="Date">
            <a:extLst xmlns:a="http://schemas.openxmlformats.org/drawingml/2006/main">
              <a:ext uri="{FF2B5EF4-FFF2-40B4-BE49-F238E27FC236}">
                <a16:creationId xmlns:a16="http://schemas.microsoft.com/office/drawing/2014/main" id="{6CD721F1-A990-40E0-BF29-052370E467C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873138" y="6425604"/>
            <a:ext cx="2743200" cy="3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>
            <a:r>
              <a:t>[Date]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90" r:id="R8118640fe9804a09"/>
    <p:sldLayoutId xmlns:r="http://schemas.openxmlformats.org/officeDocument/2006/relationships" id="2147483691" r:id="Rc4c1c0906c7f4eb5"/>
    <p:sldLayoutId xmlns:r="http://schemas.openxmlformats.org/officeDocument/2006/relationships" id="2147483692" r:id="R90a22d636b8c4f3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Oracle Sans Tab"/>
          <a:ea typeface="Oracle Sans Tab"/>
          <a:cs typeface="Oracle Sans Tab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racle-Redwood">
  <a:themeElements>
    <a:clrScheme name="OCI Diagram Theme">
      <a:dk1>
        <a:srgbClr val="312D2A"/>
      </a:dk1>
      <a:lt1>
        <a:srgbClr val="FCFBFA"/>
      </a:lt1>
      <a:dk2>
        <a:srgbClr val="312D2A"/>
      </a:dk2>
      <a:lt2>
        <a:srgbClr val="F5F4F2"/>
      </a:lt2>
      <a:accent1>
        <a:srgbClr val="C74634"/>
      </a:accent1>
      <a:accent2>
        <a:srgbClr val="DFDCD8"/>
      </a:accent2>
      <a:accent3>
        <a:srgbClr val="9E9892"/>
      </a:accent3>
      <a:accent4>
        <a:srgbClr val="70736E"/>
      </a:accent4>
      <a:accent5>
        <a:srgbClr val="AE562C"/>
      </a:accent5>
      <a:accent6>
        <a:srgbClr val="759C6C"/>
      </a:accent6>
      <a:hlink>
        <a:srgbClr val="00688C"/>
      </a:hlink>
      <a:folHlink>
        <a:srgbClr val="00688C"/>
      </a:folHlink>
    </a:clrScheme>
    <a:fontScheme name="Oracle Sans Tabular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OCI Diagram Them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>
          <a:solidFill>
            <a:schemeClr val="phClr">
              <a:shade val="65000"/>
            </a:schemeClr>
          </a:solidFill>
          <a:prstDash val="solid"/>
        </a:ln>
        <a:ln w="3175">
          <a:solidFill>
            <a:schemeClr val="phClr"/>
          </a:solidFill>
          <a:prstDash val="solid"/>
        </a:ln>
        <a:ln w="0">
          <a:noFill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4df725a1c46f9" /><Relationship Type="http://schemas.openxmlformats.org/officeDocument/2006/relationships/notesSlide" Target="/ppt/notesSlides/notesSlide1.xml" Id="R33f01a33e5e64c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4647b42afe664046" /><Relationship Type="http://schemas.openxmlformats.org/officeDocument/2006/relationships/image" Target="/ppt/media/image4.png" Id="R1ecca3458e0840c1" /><Relationship Type="http://schemas.openxmlformats.org/officeDocument/2006/relationships/image" Target="/ppt/media/image5.png" Id="Rfdac06622c5049be" /><Relationship Type="http://schemas.openxmlformats.org/officeDocument/2006/relationships/image" Target="/ppt/media/image6.png" Id="R680f5afc96524e8d" /><Relationship Type="http://schemas.openxmlformats.org/officeDocument/2006/relationships/image" Target="/ppt/media/image7.png" Id="Rb6996e0b6f1b44d5" /><Relationship Type="http://schemas.openxmlformats.org/officeDocument/2006/relationships/image" Target="/ppt/media/image8.png" Id="Rc6b6c4f52b034a94" /><Relationship Type="http://schemas.openxmlformats.org/officeDocument/2006/relationships/image" Target="/ppt/media/image9.png" Id="R024a9252af4f4858" /><Relationship Type="http://schemas.openxmlformats.org/officeDocument/2006/relationships/image" Target="/ppt/media/image10.png" Id="R99b319fcebd2402f" /><Relationship Type="http://schemas.openxmlformats.org/officeDocument/2006/relationships/notesSlide" Target="/ppt/notesSlides/notesSlide2.xml" Id="R9cab90c9de5e47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9e4c69194cbc4cdb" /><Relationship Type="http://schemas.openxmlformats.org/officeDocument/2006/relationships/image" Target="/ppt/media/image11.png" Id="R128cf78399434dbc" /><Relationship Type="http://schemas.openxmlformats.org/officeDocument/2006/relationships/image" Target="/ppt/media/image12.png" Id="Ra72d708865264bbb" /><Relationship Type="http://schemas.openxmlformats.org/officeDocument/2006/relationships/image" Target="/ppt/media/image13.png" Id="R694d904e4962468f" /><Relationship Type="http://schemas.openxmlformats.org/officeDocument/2006/relationships/image" Target="/ppt/media/image14.png" Id="R8642e7566d244e63" /><Relationship Type="http://schemas.openxmlformats.org/officeDocument/2006/relationships/notesSlide" Target="/ppt/notesSlides/notesSlide3.xml" Id="R0816dea1457b46f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CFBBFD4-26EC-4320-A538-380534A0D7A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OCI Cache resiliente e multi-região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5ED63190-E258-401C-B263-7C0ABE401913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Arquitetura de referência para Spring Boot, Producer e Consumer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1485BB0-72BC-4ECC-9208-FB92DB128D57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Arquitetura de referência • 2026</a:t>
            </a:r>
          </a:p>
        </p:txBody>
      </p:sp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B321296B-7E85-4A0B-B1CC-3457E42B0D61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Spring Boot + OCI Cache</a:t>
            </a:r>
          </a:p>
        </p:txBody>
      </p:sp>
    </p:spTree>
    <p:extLst>
      <p:ext uri="{BB962C8B-B14F-4D97-AF65-F5344CB8AC3E}">
        <p14:creationId xmlns:p14="http://schemas.microsoft.com/office/powerpoint/2010/main" val="257184124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D9FA4C-D61B-4C0D-9E8E-B79991D4CD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8858" y="182404"/>
            <a:ext cx="10671048" cy="8229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Arquitetura high level — continuidade regional com failover controlado</a:t>
            </a:r>
          </a:p>
        </p:txBody>
      </p:sp>
      <p:sp>
        <p:nvSpPr>
          <p:cNvPr id="5" name="Rectangle: Rounded Corners 92">
            <a:extLst xmlns:a="http://schemas.openxmlformats.org/drawingml/2006/main">
              <a:ext uri="{FF2B5EF4-FFF2-40B4-BE49-F238E27FC236}">
                <a16:creationId xmlns:a16="http://schemas.microsoft.com/office/drawing/2014/main" id="{E23E924E-F08D-4220-99EE-8C868016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10219" y="1639956"/>
            <a:ext cx="7772400" cy="4572000"/>
          </a:xfrm>
          <a:prstGeom xmlns:a="http://schemas.openxmlformats.org/drawingml/2006/main" prst="roundRect">
            <a:avLst>
              <a:gd name="adj" fmla="val 563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OCI — arquitetura multi-região</a:t>
            </a:r>
          </a:p>
        </p:txBody>
      </p:sp>
      <p:sp>
        <p:nvSpPr>
          <p:cNvPr id="6" name="Rectangle: Rounded Corners 93">
            <a:extLst xmlns:a="http://schemas.openxmlformats.org/drawingml/2006/main">
              <a:ext uri="{FF2B5EF4-FFF2-40B4-BE49-F238E27FC236}">
                <a16:creationId xmlns:a16="http://schemas.microsoft.com/office/drawing/2014/main" id="{6D5A37A2-671D-485C-9DEB-E9B458D6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3691" y="1639956"/>
            <a:ext cx="1371600" cy="4572000"/>
          </a:xfrm>
          <a:prstGeom xmlns:a="http://schemas.openxmlformats.org/drawingml/2006/main" prst="roundRect">
            <a:avLst>
              <a:gd name="adj" fmla="val 1838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Canais</a:t>
            </a:r>
          </a:p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clientes</a:t>
            </a:r>
          </a:p>
        </p:txBody>
      </p:sp>
      <p:sp>
        <p:nvSpPr>
          <p:cNvPr id="7" name="Rectangle: Rounded Corners 94">
            <a:extLst xmlns:a="http://schemas.openxmlformats.org/drawingml/2006/main">
              <a:ext uri="{FF2B5EF4-FFF2-40B4-BE49-F238E27FC236}">
                <a16:creationId xmlns:a16="http://schemas.microsoft.com/office/drawing/2014/main" id="{E6935A37-E8CA-4594-BC62-C031026E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76710" y="1639956"/>
            <a:ext cx="1371600" cy="2240280"/>
          </a:xfrm>
          <a:prstGeom xmlns:a="http://schemas.openxmlformats.org/drawingml/2006/main" prst="roundRect">
            <a:avLst>
              <a:gd name="adj" fmla="val 2033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OCI APIs</a:t>
            </a:r>
          </a:p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&amp; DNS</a:t>
            </a:r>
          </a:p>
        </p:txBody>
      </p:sp>
      <p:sp>
        <p:nvSpPr>
          <p:cNvPr id="8" name="Rectangle: Rounded Corners 95">
            <a:extLst xmlns:a="http://schemas.openxmlformats.org/drawingml/2006/main">
              <a:ext uri="{FF2B5EF4-FFF2-40B4-BE49-F238E27FC236}">
                <a16:creationId xmlns:a16="http://schemas.microsoft.com/office/drawing/2014/main" id="{843DDD45-31C7-415E-B01D-CCE31343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76710" y="3971676"/>
            <a:ext cx="1371600" cy="2240280"/>
          </a:xfrm>
          <a:prstGeom xmlns:a="http://schemas.openxmlformats.org/drawingml/2006/main" prst="roundRect">
            <a:avLst>
              <a:gd name="adj" fmla="val 2033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Operação</a:t>
            </a:r>
          </a:p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&amp; SRE</a:t>
            </a:r>
          </a:p>
        </p:txBody>
      </p:sp>
      <p:sp>
        <p:nvSpPr>
          <p:cNvPr id="9" name="clientes">
            <a:extLst xmlns:a="http://schemas.openxmlformats.org/drawingml/2006/main">
              <a:ext uri="{FF2B5EF4-FFF2-40B4-BE49-F238E27FC236}">
                <a16:creationId xmlns:a16="http://schemas.microsoft.com/office/drawing/2014/main" id="{32AAB6D4-5936-48FB-A58A-B23E65F7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86050"/>
            <a:ext cx="1076325" cy="1428750"/>
          </a:xfrm>
          <a:prstGeom xmlns:a="http://schemas.openxmlformats.org/drawingml/2006/main" prst="roundRect">
            <a:avLst>
              <a:gd name="adj" fmla="val 10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3CF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ca3458e0840c1"/>
          <a:stretch xmlns:a="http://schemas.openxmlformats.org/drawingml/2006/main"/>
        </p:blipFill>
        <p:spPr>
          <a:xfrm xmlns:a="http://schemas.openxmlformats.org/drawingml/2006/main">
            <a:off x="1123950" y="2905125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11" name="clientes-label">
            <a:extLst xmlns:a="http://schemas.openxmlformats.org/drawingml/2006/main">
              <a:ext uri="{FF2B5EF4-FFF2-40B4-BE49-F238E27FC236}">
                <a16:creationId xmlns:a16="http://schemas.microsoft.com/office/drawing/2014/main" id="{FBBBF4C1-F18D-4D2C-812A-937CD942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2D2A"/>
                </a:solidFill>
              </a:defRPr>
            </a:pPr>
            <a:r>
              <a:rPr sz="975" b="1">
                <a:solidFill>
                  <a:srgbClr val="312D2A"/>
                </a:solidFill>
              </a:rPr>
              <a:t>APIs • jobs</a:t>
            </a:r>
          </a:p>
          <a:p xmlns:a="http://schemas.openxmlformats.org/drawingml/2006/main">
            <a:pPr>
              <a:defRPr sz="975" b="1">
                <a:solidFill>
                  <a:srgbClr val="312D2A"/>
                </a:solidFill>
              </a:defRPr>
            </a:pPr>
            <a:r>
              <a:rPr sz="975" b="1">
                <a:solidFill>
                  <a:srgbClr val="312D2A"/>
                </a:solidFill>
              </a:rPr>
              <a:t>sistemas</a:t>
            </a:r>
          </a:p>
        </p:txBody>
      </p:sp>
      <p:sp>
        <p:nvSpPr>
          <p:cNvPr id="12" name="spring-boot">
            <a:extLst xmlns:a="http://schemas.openxmlformats.org/drawingml/2006/main">
              <a:ext uri="{FF2B5EF4-FFF2-40B4-BE49-F238E27FC236}">
                <a16:creationId xmlns:a16="http://schemas.microsoft.com/office/drawing/2014/main" id="{815C5FE9-3E1B-4681-8EEC-25087BA7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47925"/>
            <a:ext cx="2095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596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c06622c5049be"/>
          <a:stretch xmlns:a="http://schemas.openxmlformats.org/drawingml/2006/main"/>
        </p:blipFill>
        <p:spPr>
          <a:xfrm xmlns:a="http://schemas.openxmlformats.org/drawingml/2006/main">
            <a:off x="2705100" y="268605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14" name="spring-boot-title">
            <a:extLst xmlns:a="http://schemas.openxmlformats.org/drawingml/2006/main">
              <a:ext uri="{FF2B5EF4-FFF2-40B4-BE49-F238E27FC236}">
                <a16:creationId xmlns:a16="http://schemas.microsoft.com/office/drawing/2014/main" id="{9FB94B01-63C4-4CBA-9C54-7DE16FDA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57475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4B57"/>
                </a:solidFill>
              </a:defRPr>
            </a:pPr>
            <a:r>
              <a:rPr sz="1350" b="1">
                <a:solidFill>
                  <a:srgbClr val="064B57"/>
                </a:solidFill>
              </a:rPr>
              <a:t>Spring Boot</a:t>
            </a:r>
          </a:p>
        </p:txBody>
      </p:sp>
      <p:sp>
        <p:nvSpPr>
          <p:cNvPr id="15" name="spring-boot-body">
            <a:extLst xmlns:a="http://schemas.openxmlformats.org/drawingml/2006/main">
              <a:ext uri="{FF2B5EF4-FFF2-40B4-BE49-F238E27FC236}">
                <a16:creationId xmlns:a16="http://schemas.microsoft.com/office/drawing/2014/main" id="{D49916BA-9F40-4310-A26F-EBCE0DF1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004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12D2A"/>
                </a:solidFill>
              </a:defRPr>
            </a:pPr>
            <a:r>
              <a:rPr sz="975" b="0">
                <a:solidFill>
                  <a:srgbClr val="312D2A"/>
                </a:solidFill>
              </a:rPr>
              <a:t>Producer • Consumer</a:t>
            </a:r>
          </a:p>
          <a:p xmlns:a="http://schemas.openxmlformats.org/drawingml/2006/main">
            <a:pPr>
              <a:defRPr sz="975" b="0">
                <a:solidFill>
                  <a:srgbClr val="312D2A"/>
                </a:solidFill>
              </a:defRPr>
            </a:pPr>
            <a:r>
              <a:rPr sz="975" b="0">
                <a:solidFill>
                  <a:srgbClr val="312D2A"/>
                </a:solidFill>
              </a:rPr>
              <a:t>Cache-aside • Streams</a:t>
            </a:r>
          </a:p>
        </p:txBody>
      </p:sp>
      <p:sp>
        <p:nvSpPr>
          <p:cNvPr id="16" name="ha-cache-router">
            <a:extLst xmlns:a="http://schemas.openxmlformats.org/drawingml/2006/main">
              <a:ext uri="{FF2B5EF4-FFF2-40B4-BE49-F238E27FC236}">
                <a16:creationId xmlns:a16="http://schemas.microsoft.com/office/drawing/2014/main" id="{523DFD8B-8938-417F-93BC-16BC7C5D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47950"/>
            <a:ext cx="16954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2F5"/>
          </a:solidFill>
          <a:ln xmlns:a="http://schemas.openxmlformats.org/drawingml/2006/main" w="11430">
            <a:solidFill>
              <a:srgbClr val="0F596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64B57"/>
                </a:solidFill>
              </a:defRPr>
            </a:pPr>
            <a:r>
              <a:rPr sz="975" b="1">
                <a:solidFill>
                  <a:srgbClr val="064B57"/>
                </a:solidFill>
              </a:rPr>
              <a:t>HaCacheRouter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75" b="1">
                <a:solidFill>
                  <a:srgbClr val="064B57"/>
                </a:solidFill>
              </a:defRPr>
            </a:pPr>
            <a:r>
              <a:rPr sz="975" b="1">
                <a:solidFill>
                  <a:srgbClr val="064B57"/>
                </a:solidFill>
              </a:rPr>
              <a:t>health check • backoff</a:t>
            </a:r>
          </a:p>
          <a:p xmlns:a="http://schemas.openxmlformats.org/drawingml/2006/main">
            <a:pPr>
              <a:defRPr sz="975" b="1">
                <a:solidFill>
                  <a:srgbClr val="064B57"/>
                </a:solidFill>
              </a:defRPr>
            </a:pPr>
            <a:r>
              <a:rPr sz="975" b="1">
                <a:solidFill>
                  <a:srgbClr val="064B57"/>
                </a:solidFill>
              </a:rPr>
              <a:t>circuit breaker</a:t>
            </a:r>
          </a:p>
        </p:txBody>
      </p:sp>
      <p:sp>
        <p:nvSpPr>
          <p:cNvPr id="17" name="cache-active">
            <a:extLst xmlns:a="http://schemas.openxmlformats.org/drawingml/2006/main">
              <a:ext uri="{FF2B5EF4-FFF2-40B4-BE49-F238E27FC236}">
                <a16:creationId xmlns:a16="http://schemas.microsoft.com/office/drawing/2014/main" id="{15AED6DB-680E-42D3-91A1-13048E34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95500"/>
            <a:ext cx="25717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AF2EA"/>
          </a:solidFill>
          <a:ln xmlns:a="http://schemas.openxmlformats.org/drawingml/2006/main" w="11430">
            <a:solidFill>
              <a:srgbClr val="4F7D5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f5afc96524e8d"/>
          <a:stretch xmlns:a="http://schemas.openxmlformats.org/drawingml/2006/main"/>
        </p:blipFill>
        <p:spPr>
          <a:xfrm xmlns:a="http://schemas.openxmlformats.org/drawingml/2006/main">
            <a:off x="7162800" y="2352675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19" name="pill-ATIVA • REGIÃO A">
            <a:extLst xmlns:a="http://schemas.openxmlformats.org/drawingml/2006/main">
              <a:ext uri="{FF2B5EF4-FFF2-40B4-BE49-F238E27FC236}">
                <a16:creationId xmlns:a16="http://schemas.microsoft.com/office/drawing/2014/main" id="{B3C29012-B61C-4ECF-8694-72EF8E82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13811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D59"/>
          </a:solidFill>
          <a:ln xmlns:a="http://schemas.openxmlformats.org/drawingml/2006/main" w="11430">
            <a:solidFill>
              <a:srgbClr val="4F7D5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ATIVA • REGIÃO A</a:t>
            </a:r>
          </a:p>
        </p:txBody>
      </p:sp>
      <p:sp>
        <p:nvSpPr>
          <p:cNvPr id="20" name="cache-active-title">
            <a:extLst xmlns:a="http://schemas.openxmlformats.org/drawingml/2006/main">
              <a:ext uri="{FF2B5EF4-FFF2-40B4-BE49-F238E27FC236}">
                <a16:creationId xmlns:a16="http://schemas.microsoft.com/office/drawing/2014/main" id="{8A929241-DC93-40E1-9BD8-B4FEBE6E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638425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12D2A"/>
                </a:solidFill>
              </a:defRPr>
            </a:pPr>
            <a:r>
              <a:rPr sz="1425" b="1">
                <a:solidFill>
                  <a:srgbClr val="312D2A"/>
                </a:solidFill>
              </a:rPr>
              <a:t>OCI Cache</a:t>
            </a:r>
          </a:p>
        </p:txBody>
      </p:sp>
      <p:sp>
        <p:nvSpPr>
          <p:cNvPr id="21" name="cache-active-body">
            <a:extLst xmlns:a="http://schemas.openxmlformats.org/drawingml/2006/main">
              <a:ext uri="{FF2B5EF4-FFF2-40B4-BE49-F238E27FC236}">
                <a16:creationId xmlns:a16="http://schemas.microsoft.com/office/drawing/2014/main" id="{9C2537E7-87EB-46B9-94B2-5888C2C9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9908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312D2A"/>
                </a:solidFill>
              </a:defRPr>
            </a:pPr>
            <a:r>
              <a:rPr sz="900" b="0">
                <a:solidFill>
                  <a:srgbClr val="312D2A"/>
                </a:solidFill>
              </a:rPr>
              <a:t>TLS • FQDN</a:t>
            </a:r>
          </a:p>
          <a:p xmlns:a="http://schemas.openxmlformats.org/drawingml/2006/main">
            <a:pPr>
              <a:defRPr sz="900" b="0">
                <a:solidFill>
                  <a:srgbClr val="312D2A"/>
                </a:solidFill>
              </a:defRPr>
            </a:pPr>
            <a:r>
              <a:rPr sz="900" b="0">
                <a:solidFill>
                  <a:srgbClr val="312D2A"/>
                </a:solidFill>
              </a:rPr>
              <a:t>Valkey / Redis</a:t>
            </a:r>
          </a:p>
        </p:txBody>
      </p:sp>
      <p:sp>
        <p:nvSpPr>
          <p:cNvPr id="22" name="cache-standby">
            <a:extLst xmlns:a="http://schemas.openxmlformats.org/drawingml/2006/main">
              <a:ext uri="{FF2B5EF4-FFF2-40B4-BE49-F238E27FC236}">
                <a16:creationId xmlns:a16="http://schemas.microsoft.com/office/drawing/2014/main" id="{736641F4-B2B5-4194-8C6E-3835C73F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886200"/>
            <a:ext cx="25717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8ECE5"/>
          </a:solidFill>
          <a:ln xmlns:a="http://schemas.openxmlformats.org/drawingml/2006/main" w="11430">
            <a:solidFill>
              <a:srgbClr val="AE562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996e0b6f1b44d5"/>
          <a:stretch xmlns:a="http://schemas.openxmlformats.org/drawingml/2006/main"/>
        </p:blipFill>
        <p:spPr>
          <a:xfrm xmlns:a="http://schemas.openxmlformats.org/drawingml/2006/main">
            <a:off x="7162800" y="4181475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24" name="pill-STANDBY • REGIÃO B">
            <a:extLst xmlns:a="http://schemas.openxmlformats.org/drawingml/2006/main">
              <a:ext uri="{FF2B5EF4-FFF2-40B4-BE49-F238E27FC236}">
                <a16:creationId xmlns:a16="http://schemas.microsoft.com/office/drawing/2014/main" id="{064D3052-E640-41DE-818D-C4C89C3D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57650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E562C"/>
          </a:solidFill>
          <a:ln xmlns:a="http://schemas.openxmlformats.org/drawingml/2006/main" w="11430">
            <a:solidFill>
              <a:srgbClr val="AE562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STANDBY • REGIÃO B</a:t>
            </a:r>
          </a:p>
        </p:txBody>
      </p:sp>
      <p:sp>
        <p:nvSpPr>
          <p:cNvPr id="25" name="cache-standby-title">
            <a:extLst xmlns:a="http://schemas.openxmlformats.org/drawingml/2006/main">
              <a:ext uri="{FF2B5EF4-FFF2-40B4-BE49-F238E27FC236}">
                <a16:creationId xmlns:a16="http://schemas.microsoft.com/office/drawing/2014/main" id="{8D507723-F29E-4A01-847B-C492C2A8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45770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12D2A"/>
                </a:solidFill>
              </a:defRPr>
            </a:pPr>
            <a:r>
              <a:rPr sz="1425" b="1">
                <a:solidFill>
                  <a:srgbClr val="312D2A"/>
                </a:solidFill>
              </a:rPr>
              <a:t>OCI Cache</a:t>
            </a:r>
          </a:p>
        </p:txBody>
      </p:sp>
      <p:sp>
        <p:nvSpPr>
          <p:cNvPr id="26" name="cache-standby-body">
            <a:extLst xmlns:a="http://schemas.openxmlformats.org/drawingml/2006/main">
              <a:ext uri="{FF2B5EF4-FFF2-40B4-BE49-F238E27FC236}">
                <a16:creationId xmlns:a16="http://schemas.microsoft.com/office/drawing/2014/main" id="{24D8B12F-2985-4E68-89B6-6B81CB4D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810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312D2A"/>
                </a:solidFill>
              </a:defRPr>
            </a:pPr>
            <a:r>
              <a:rPr sz="900" b="0">
                <a:solidFill>
                  <a:srgbClr val="312D2A"/>
                </a:solidFill>
              </a:rPr>
              <a:t>pré-provisionado ou</a:t>
            </a:r>
          </a:p>
          <a:p xmlns:a="http://schemas.openxmlformats.org/drawingml/2006/main">
            <a:pPr>
              <a:defRPr sz="900" b="0">
                <a:solidFill>
                  <a:srgbClr val="312D2A"/>
                </a:solidFill>
              </a:defRPr>
            </a:pPr>
            <a:r>
              <a:rPr sz="900" b="0">
                <a:solidFill>
                  <a:srgbClr val="312D2A"/>
                </a:solidFill>
              </a:rPr>
              <a:t>criado sob demanda</a:t>
            </a:r>
          </a:p>
        </p:txBody>
      </p:sp>
      <p:sp>
        <p:nvSpPr>
          <p:cNvPr id="27" name="vault">
            <a:extLst xmlns:a="http://schemas.openxmlformats.org/drawingml/2006/main">
              <a:ext uri="{FF2B5EF4-FFF2-40B4-BE49-F238E27FC236}">
                <a16:creationId xmlns:a16="http://schemas.microsoft.com/office/drawing/2014/main" id="{DF3245D1-14E2-4012-B6EB-0CC37017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33875"/>
            <a:ext cx="1809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1430">
            <a:solidFill>
              <a:srgbClr val="D8D3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b6c4f52b034a94"/>
          <a:stretch xmlns:a="http://schemas.openxmlformats.org/drawingml/2006/main"/>
        </p:blipFill>
        <p:spPr>
          <a:xfrm xmlns:a="http://schemas.openxmlformats.org/drawingml/2006/main">
            <a:off x="5029200" y="45529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9" name="vault-label">
            <a:extLst xmlns:a="http://schemas.openxmlformats.org/drawingml/2006/main">
              <a:ext uri="{FF2B5EF4-FFF2-40B4-BE49-F238E27FC236}">
                <a16:creationId xmlns:a16="http://schemas.microsoft.com/office/drawing/2014/main" id="{981142F0-22D3-4B00-B5CF-56E3DA4C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62475"/>
            <a:ext cx="923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2D2A"/>
                </a:solidFill>
              </a:defRPr>
            </a:pPr>
            <a:r>
              <a:rPr sz="975" b="1">
                <a:solidFill>
                  <a:srgbClr val="312D2A"/>
                </a:solidFill>
              </a:rPr>
              <a:t>OCI Vault</a:t>
            </a:r>
          </a:p>
          <a:p xmlns:a="http://schemas.openxmlformats.org/drawingml/2006/main">
            <a:pPr>
              <a:defRPr sz="975" b="1">
                <a:solidFill>
                  <a:srgbClr val="312D2A"/>
                </a:solidFill>
              </a:defRPr>
            </a:pPr>
            <a:r>
              <a:rPr sz="975" b="1">
                <a:solidFill>
                  <a:srgbClr val="312D2A"/>
                </a:solidFill>
              </a:rPr>
              <a:t>segredos • ACL</a:t>
            </a:r>
          </a:p>
        </p:txBody>
      </p:sp>
      <p:sp>
        <p:nvSpPr>
          <p:cNvPr id="30" name="control-plane">
            <a:extLst xmlns:a="http://schemas.openxmlformats.org/drawingml/2006/main">
              <a:ext uri="{FF2B5EF4-FFF2-40B4-BE49-F238E27FC236}">
                <a16:creationId xmlns:a16="http://schemas.microsoft.com/office/drawing/2014/main" id="{27E8E387-29B5-4D54-B322-2819123B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209800"/>
            <a:ext cx="1066800" cy="1219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3CF"/>
            </a:solidFill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a9252af4f4858"/>
          <a:stretch xmlns:a="http://schemas.openxmlformats.org/drawingml/2006/main"/>
        </p:blipFill>
        <p:spPr>
          <a:xfrm xmlns:a="http://schemas.openxmlformats.org/drawingml/2006/main">
            <a:off x="10420350" y="2371725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32" name="control-plane-label">
            <a:extLst xmlns:a="http://schemas.openxmlformats.org/drawingml/2006/main">
              <a:ext uri="{FF2B5EF4-FFF2-40B4-BE49-F238E27FC236}">
                <a16:creationId xmlns:a16="http://schemas.microsoft.com/office/drawing/2014/main" id="{E26B7381-9FB6-424F-B3B3-84F5C637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0990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12D2A"/>
                </a:solidFill>
              </a:defRPr>
            </a:pPr>
            <a:r>
              <a:rPr sz="750" b="1">
                <a:solidFill>
                  <a:srgbClr val="312D2A"/>
                </a:solidFill>
              </a:rPr>
              <a:t>provisionar</a:t>
            </a:r>
          </a:p>
          <a:p xmlns:a="http://schemas.openxmlformats.org/drawingml/2006/main">
            <a:pPr>
              <a:defRPr sz="750" b="1">
                <a:solidFill>
                  <a:srgbClr val="312D2A"/>
                </a:solidFill>
              </a:defRPr>
            </a:pPr>
            <a:r>
              <a:rPr sz="750" b="1">
                <a:solidFill>
                  <a:srgbClr val="312D2A"/>
                </a:solidFill>
              </a:rPr>
              <a:t>validar • promover</a:t>
            </a:r>
          </a:p>
        </p:txBody>
      </p:sp>
      <p:sp>
        <p:nvSpPr>
          <p:cNvPr id="33" name="observability">
            <a:extLst xmlns:a="http://schemas.openxmlformats.org/drawingml/2006/main">
              <a:ext uri="{FF2B5EF4-FFF2-40B4-BE49-F238E27FC236}">
                <a16:creationId xmlns:a16="http://schemas.microsoft.com/office/drawing/2014/main" id="{FBE2D860-A8AF-45CC-B2F5-33CF80EB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457700"/>
            <a:ext cx="1066800" cy="1219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3CF"/>
            </a:solidFill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319fcebd2402f"/>
          <a:stretch xmlns:a="http://schemas.openxmlformats.org/drawingml/2006/main"/>
        </p:blipFill>
        <p:spPr>
          <a:xfrm xmlns:a="http://schemas.openxmlformats.org/drawingml/2006/main">
            <a:off x="10420350" y="4619625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35" name="observability-label">
            <a:extLst xmlns:a="http://schemas.openxmlformats.org/drawingml/2006/main">
              <a:ext uri="{FF2B5EF4-FFF2-40B4-BE49-F238E27FC236}">
                <a16:creationId xmlns:a16="http://schemas.microsoft.com/office/drawing/2014/main" id="{404298B2-E392-4925-9805-A7EAC7B1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25780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12D2A"/>
                </a:solidFill>
              </a:defRPr>
            </a:pPr>
            <a:r>
              <a:rPr sz="750" b="1">
                <a:solidFill>
                  <a:srgbClr val="312D2A"/>
                </a:solidFill>
              </a:rPr>
              <a:t>métricas • PEL</a:t>
            </a:r>
          </a:p>
          <a:p xmlns:a="http://schemas.openxmlformats.org/drawingml/2006/main">
            <a:pPr>
              <a:defRPr sz="750" b="1">
                <a:solidFill>
                  <a:srgbClr val="312D2A"/>
                </a:solidFill>
              </a:defRPr>
            </a:pPr>
            <a:r>
              <a:rPr sz="750" b="1">
                <a:solidFill>
                  <a:srgbClr val="312D2A"/>
                </a:solidFill>
              </a:rPr>
              <a:t>alertas • tracing</a:t>
            </a:r>
          </a:p>
        </p:txBody>
      </p:sp>
      <p:cxnSp>
        <p:nvCxnSpPr>
          <p:cNvPr id="77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1962150" y="3181350"/>
            <a:ext cx="57150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12D2A"/>
            </a:solidFill>
            <a:prstDash val="solid"/>
            <a:tailEnd type="arrow" w="med" len="med"/>
          </a:ln>
        </p:spPr>
      </p:cxnSp>
      <p:cxnSp>
        <p:nvCxnSpPr>
          <p:cNvPr id="78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629150" y="3181350"/>
            <a:ext cx="276225" cy="190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F5964"/>
            </a:solidFill>
            <a:prstDash val="solid"/>
            <a:tailEnd type="arrow" w="med" len="med"/>
          </a:ln>
        </p:spPr>
      </p:cxnSp>
      <p:cxnSp>
        <p:nvCxnSpPr>
          <p:cNvPr id="79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6600825" y="2833688"/>
            <a:ext cx="400050" cy="3667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4F7D59"/>
            </a:solidFill>
            <a:prstDash val="solid"/>
            <a:tailEnd type="arrow" w="med" len="med"/>
          </a:ln>
        </p:spPr>
      </p:cxnSp>
      <p:cxnSp>
        <p:nvCxnSpPr>
          <p:cNvPr id="80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6600825" y="3200400"/>
            <a:ext cx="400050" cy="14239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AE562C"/>
            </a:solidFill>
            <a:prstDash val="dash"/>
            <a:tailEnd type="arrow" w="med" len="med"/>
          </a:ln>
        </p:spPr>
      </p:cxnSp>
      <p:cxnSp>
        <p:nvCxnSpPr>
          <p:cNvPr id="81" name=""/>
          <p:cNvCxnSpPr>
            <a:stCxn xmlns:a="http://schemas.openxmlformats.org/drawingml/2006/main" id="27" idx="1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H="1" flipV="1">
            <a:off x="3581400" y="3914775"/>
            <a:ext cx="1276350" cy="919163"/>
          </a:xfrm>
          <a:prstGeom xmlns:a="http://schemas.openxmlformats.org/drawingml/2006/main" prst="bentConnector2">
            <a:avLst/>
          </a:prstGeom>
          <a:ln xmlns:a="http://schemas.openxmlformats.org/drawingml/2006/main" w="20955">
            <a:solidFill>
              <a:srgbClr val="6B6662"/>
            </a:solidFill>
            <a:prstDash val="dash"/>
            <a:tailEnd type="arrow" w="med" len="med"/>
          </a:ln>
        </p:spPr>
      </p:cxnSp>
      <p:cxnSp>
        <p:nvCxnSpPr>
          <p:cNvPr id="82" name=""/>
          <p:cNvCxnSpPr>
            <a:stCxn xmlns:a="http://schemas.openxmlformats.org/drawingml/2006/main" id="30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9572625" y="2819400"/>
            <a:ext cx="647700" cy="18049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AE562C"/>
            </a:solidFill>
            <a:prstDash val="dash"/>
            <a:tailEnd type="arrow" w="med" len="med"/>
          </a:ln>
        </p:spPr>
      </p:cxnSp>
      <p:cxnSp>
        <p:nvCxnSpPr>
          <p:cNvPr id="83" name=""/>
          <p:cNvCxnSpPr>
            <a:stCxn xmlns:a="http://schemas.openxmlformats.org/drawingml/2006/main" id="17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9572625" y="2833688"/>
            <a:ext cx="647700" cy="22336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B6662"/>
            </a:solidFill>
            <a:prstDash val="dash"/>
            <a:tailEnd type="arrow" w="med" len="med"/>
          </a:ln>
        </p:spPr>
      </p:cxnSp>
      <p:cxnSp>
        <p:nvCxnSpPr>
          <p:cNvPr id="84" name=""/>
          <p:cNvCxnSpPr>
            <a:stCxn xmlns:a="http://schemas.openxmlformats.org/drawingml/2006/main" id="2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9572625" y="4624388"/>
            <a:ext cx="647700" cy="4429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B6662"/>
            </a:solidFill>
            <a:prstDash val="dash"/>
            <a:tailEnd type="arrow" w="med" len="med"/>
          </a:ln>
        </p:spPr>
      </p:cxnSp>
      <p:sp>
        <p:nvSpPr>
          <p:cNvPr id="44" name="legend">
            <a:extLst xmlns:a="http://schemas.openxmlformats.org/drawingml/2006/main">
              <a:ext uri="{FF2B5EF4-FFF2-40B4-BE49-F238E27FC236}">
                <a16:creationId xmlns:a16="http://schemas.microsoft.com/office/drawing/2014/main" id="{2C2BC253-6787-49AE-A5B5-AE8BC6C5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71500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6662"/>
                </a:solidFill>
              </a:defRPr>
            </a:pPr>
            <a:r>
              <a:rPr sz="825" b="0">
                <a:solidFill>
                  <a:srgbClr val="6B6662"/>
                </a:solidFill>
              </a:rPr>
              <a:t>Linha sólida: tráfego de dados   •   Linha tracejada: saúde, automação e failover   •   RPO depende da estratégia de reconstrução/replicação</a:t>
            </a:r>
          </a:p>
        </p:txBody>
      </p:sp>
    </p:spTree>
    <p:extLst>
      <p:ext uri="{BB962C8B-B14F-4D97-AF65-F5344CB8AC3E}">
        <p14:creationId xmlns:p14="http://schemas.microsoft.com/office/powerpoint/2010/main" val="4516114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C34E7BA7-C278-419A-B22D-C6460C19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8858" y="182404"/>
            <a:ext cx="10671048" cy="8229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Arquitetura técnica — fluxo confiável de Redis Streams</a:t>
            </a:r>
          </a:p>
        </p:txBody>
      </p:sp>
      <p:sp>
        <p:nvSpPr>
          <p:cNvPr id="93" name="Rectangle: Rounded Corners 92">
            <a:extLst xmlns:a="http://schemas.openxmlformats.org/drawingml/2006/main">
              <a:ext uri="{FF2B5EF4-FFF2-40B4-BE49-F238E27FC236}">
                <a16:creationId xmlns:a16="http://schemas.microsoft.com/office/drawing/2014/main" id="{E23E924E-F08D-4220-99EE-8C868016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2705" y="1646583"/>
            <a:ext cx="6778681" cy="4572000"/>
          </a:xfrm>
          <a:prstGeom xmlns:a="http://schemas.openxmlformats.org/drawingml/2006/main" prst="roundRect">
            <a:avLst>
              <a:gd name="adj" fmla="val 563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OCI — região ativa</a:t>
            </a:r>
          </a:p>
        </p:txBody>
      </p:sp>
      <p:sp>
        <p:nvSpPr>
          <p:cNvPr id="94" name="Rectangle: Rounded Corners 93">
            <a:extLst xmlns:a="http://schemas.openxmlformats.org/drawingml/2006/main">
              <a:ext uri="{FF2B5EF4-FFF2-40B4-BE49-F238E27FC236}">
                <a16:creationId xmlns:a16="http://schemas.microsoft.com/office/drawing/2014/main" id="{6D5A37A2-671D-485C-9DEB-E9B458D6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22" y="1646583"/>
            <a:ext cx="1371600" cy="4572000"/>
          </a:xfrm>
          <a:prstGeom xmlns:a="http://schemas.openxmlformats.org/drawingml/2006/main" prst="roundRect">
            <a:avLst>
              <a:gd name="adj" fmla="val 1838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Sistemas</a:t>
            </a:r>
          </a:p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clientes</a:t>
            </a:r>
          </a:p>
        </p:txBody>
      </p:sp>
      <p:sp>
        <p:nvSpPr>
          <p:cNvPr id="95" name="Rectangle: Rounded Corners 94">
            <a:extLst xmlns:a="http://schemas.openxmlformats.org/drawingml/2006/main">
              <a:ext uri="{FF2B5EF4-FFF2-40B4-BE49-F238E27FC236}">
                <a16:creationId xmlns:a16="http://schemas.microsoft.com/office/drawing/2014/main" id="{E6935A37-E8CA-4594-BC62-C031026E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478" y="1646583"/>
            <a:ext cx="1371600" cy="2240280"/>
          </a:xfrm>
          <a:prstGeom xmlns:a="http://schemas.openxmlformats.org/drawingml/2006/main" prst="roundRect">
            <a:avLst>
              <a:gd name="adj" fmla="val 2033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OCI Control</a:t>
            </a:r>
          </a:p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Plane</a:t>
            </a:r>
          </a:p>
        </p:txBody>
      </p:sp>
      <p:sp>
        <p:nvSpPr>
          <p:cNvPr id="96" name="Rectangle: Rounded Corners 95">
            <a:extLst xmlns:a="http://schemas.openxmlformats.org/drawingml/2006/main">
              <a:ext uri="{FF2B5EF4-FFF2-40B4-BE49-F238E27FC236}">
                <a16:creationId xmlns:a16="http://schemas.microsoft.com/office/drawing/2014/main" id="{843DDD45-31C7-415E-B01D-CCE31343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4108" y="3978303"/>
            <a:ext cx="1371600" cy="2240280"/>
          </a:xfrm>
          <a:prstGeom xmlns:a="http://schemas.openxmlformats.org/drawingml/2006/main" prst="roundRect">
            <a:avLst>
              <a:gd name="adj" fmla="val 2033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Observabilidade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DA8D78E-0483-2746-9483-927253A0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3278" y="1721760"/>
            <a:ext cx="5008433" cy="4406303"/>
          </a:xfrm>
          <a:prstGeom xmlns:a="http://schemas.openxmlformats.org/drawingml/2006/main" prst="roundRect">
            <a:avLst>
              <a:gd name="adj" fmla="val 1237"/>
            </a:avLst>
          </a:prstGeom>
          <a:solidFill xmlns:a="http://schemas.openxmlformats.org/drawingml/2006/main">
            <a:srgbClr val="DFDCD8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solidFill>
                  <a:schemeClr val="tx1">
                    <a:lumMod val="50000"/>
                  </a:schemeClr>
                </a:solidFill>
                <a:latin typeface="Open Sans SemiBold"/>
                <a:ea typeface="Open Sans SemiBold"/>
                <a:cs typeface="Open Sans SemiBold"/>
              </a:rPr>
              <a:t>Aplicação e dados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6D08F6F-185C-8944-B5DB-DF35BE01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972" y="2206576"/>
            <a:ext cx="6513465" cy="3755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rgbClr val="BB501C"/>
            </a:solidFill>
            <a:prstDash val="lgDash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45720" tIns="45720" rIns="45720" bIns="4572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900" b="1">
                <a:solidFill>
                  <a:srgbClr val="BB501C"/>
                </a:solidFill>
                <a:latin typeface="Open Sans"/>
                <a:ea typeface="Open Sans"/>
                <a:cs typeface="Open Sans"/>
              </a:rPr>
              <a:t>VCN da aplicação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2FF4F6E-F0D4-134D-89C6-A7A27357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523" y="2501975"/>
            <a:ext cx="6259546" cy="157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B501C"/>
            </a:solidFill>
            <a:prstDash val="dash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4572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lvl="0">
              <a:lnSpc>
                <a:spcPct val="90000"/>
              </a:lnSpc>
              <a:buNone/>
            </a:pPr>
            <a:r>
              <a:rPr sz="900">
                <a:solidFill>
                  <a:schemeClr val="accent5"/>
                </a:solidFill>
                <a:latin typeface="Open Sans SemiBold"/>
                <a:ea typeface="Open Sans SemiBold"/>
                <a:cs typeface="Open Sans SemiBold"/>
              </a:rPr>
              <a:t>Sub-rede da aplicação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774C416-8005-BE4A-AB58-15994074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523" y="4293126"/>
            <a:ext cx="6259546" cy="1607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B501C"/>
            </a:solidFill>
            <a:prstDash val="dash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4572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900">
                <a:solidFill>
                  <a:schemeClr val="accent5"/>
                </a:solidFill>
                <a:latin typeface="Open Sans SemiBold"/>
                <a:ea typeface="Open Sans SemiBold"/>
                <a:cs typeface="Open Sans SemiBold"/>
              </a:rPr>
              <a:t>Sub-rede OCI Cache</a:t>
            </a:r>
          </a:p>
        </p:txBody>
      </p:sp>
      <p:sp>
        <p:nvSpPr>
          <p:cNvPr id="97" name="event-source">
            <a:extLst xmlns:a="http://schemas.openxmlformats.org/drawingml/2006/main">
              <a:ext uri="{FF2B5EF4-FFF2-40B4-BE49-F238E27FC236}">
                <a16:creationId xmlns:a16="http://schemas.microsoft.com/office/drawing/2014/main" id="{BC4CA489-9E41-442A-A6FA-28445057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28925"/>
            <a:ext cx="1066800" cy="1409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3CF"/>
            </a:solidFill>
            <a:prstDash val="solid"/>
          </a:ln>
        </p:spPr>
      </p:sp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cf78399434dbc"/>
          <a:stretch xmlns:a="http://schemas.openxmlformats.org/drawingml/2006/main"/>
        </p:blipFill>
        <p:spPr>
          <a:xfrm xmlns:a="http://schemas.openxmlformats.org/drawingml/2006/main">
            <a:off x="1228725" y="300990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99" name="event-source-label">
            <a:extLst xmlns:a="http://schemas.openxmlformats.org/drawingml/2006/main">
              <a:ext uri="{FF2B5EF4-FFF2-40B4-BE49-F238E27FC236}">
                <a16:creationId xmlns:a16="http://schemas.microsoft.com/office/drawing/2014/main" id="{35ADE063-7719-4416-A4F9-62856E6E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648075"/>
            <a:ext cx="93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2D2A"/>
                </a:solidFill>
              </a:defRPr>
            </a:pPr>
            <a:r>
              <a:rPr sz="900" b="1">
                <a:solidFill>
                  <a:srgbClr val="312D2A"/>
                </a:solidFill>
              </a:rPr>
              <a:t>API • batch</a:t>
            </a:r>
          </a:p>
          <a:p xmlns:a="http://schemas.openxmlformats.org/drawingml/2006/main">
            <a:pPr>
              <a:defRPr sz="900" b="1">
                <a:solidFill>
                  <a:srgbClr val="312D2A"/>
                </a:solidFill>
              </a:defRPr>
            </a:pPr>
            <a:r>
              <a:rPr sz="900" b="1">
                <a:solidFill>
                  <a:srgbClr val="312D2A"/>
                </a:solidFill>
              </a:rPr>
              <a:t>integrações</a:t>
            </a:r>
          </a:p>
        </p:txBody>
      </p:sp>
      <p:sp>
        <p:nvSpPr>
          <p:cNvPr id="100" name="producer">
            <a:extLst xmlns:a="http://schemas.openxmlformats.org/drawingml/2006/main">
              <a:ext uri="{FF2B5EF4-FFF2-40B4-BE49-F238E27FC236}">
                <a16:creationId xmlns:a16="http://schemas.microsoft.com/office/drawing/2014/main" id="{679D9D3E-473E-424F-BD8A-89C7CF9C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90825"/>
            <a:ext cx="15716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596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64B57"/>
                </a:solidFill>
              </a:defRPr>
            </a:pPr>
            <a:r>
              <a:rPr sz="900" b="1">
                <a:solidFill>
                  <a:srgbClr val="064B57"/>
                </a:solidFill>
              </a:rPr>
              <a:t>PRODUCER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00" b="1">
                <a:solidFill>
                  <a:srgbClr val="064B57"/>
                </a:solidFill>
              </a:defRPr>
            </a:pPr>
            <a:r>
              <a:rPr sz="900" b="1">
                <a:solidFill>
                  <a:srgbClr val="064B57"/>
                </a:solidFill>
              </a:rPr>
              <a:t>Lua: SET NX + XADD</a:t>
            </a:r>
          </a:p>
          <a:p xmlns:a="http://schemas.openxmlformats.org/drawingml/2006/main">
            <a:pPr>
              <a:defRPr sz="900" b="1">
                <a:solidFill>
                  <a:srgbClr val="064B57"/>
                </a:solidFill>
              </a:defRPr>
            </a:pPr>
            <a:r>
              <a:rPr sz="900" b="1">
                <a:solidFill>
                  <a:srgbClr val="064B57"/>
                </a:solidFill>
              </a:rPr>
              <a:t>idempotencyKey</a:t>
            </a:r>
          </a:p>
        </p:txBody>
      </p:sp>
      <p:sp>
        <p:nvSpPr>
          <p:cNvPr id="101" name="technical-router">
            <a:extLst xmlns:a="http://schemas.openxmlformats.org/drawingml/2006/main">
              <a:ext uri="{FF2B5EF4-FFF2-40B4-BE49-F238E27FC236}">
                <a16:creationId xmlns:a16="http://schemas.microsoft.com/office/drawing/2014/main" id="{226CC08E-C9D7-4D3D-A582-1E058B28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790825"/>
            <a:ext cx="1428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5"/>
          </a:solidFill>
          <a:ln xmlns:a="http://schemas.openxmlformats.org/drawingml/2006/main" w="11430">
            <a:solidFill>
              <a:srgbClr val="0F596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64B57"/>
                </a:solidFill>
              </a:defRPr>
            </a:pPr>
            <a:r>
              <a:rPr sz="825" b="1">
                <a:solidFill>
                  <a:srgbClr val="064B57"/>
                </a:solidFill>
              </a:rPr>
              <a:t>HaCacheRouter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1">
                <a:solidFill>
                  <a:srgbClr val="064B57"/>
                </a:solidFill>
              </a:defRPr>
            </a:pPr>
            <a:r>
              <a:rPr sz="825" b="1">
                <a:solidFill>
                  <a:srgbClr val="064B57"/>
                </a:solidFill>
              </a:rPr>
              <a:t>timeout</a:t>
            </a:r>
          </a:p>
          <a:p xmlns:a="http://schemas.openxmlformats.org/drawingml/2006/main">
            <a:pPr>
              <a:defRPr sz="825" b="1">
                <a:solidFill>
                  <a:srgbClr val="064B57"/>
                </a:solidFill>
              </a:defRPr>
            </a:pPr>
            <a:r>
              <a:rPr sz="825" b="1">
                <a:solidFill>
                  <a:srgbClr val="064B57"/>
                </a:solidFill>
              </a:rPr>
              <a:t>retry exponencial + jitter</a:t>
            </a:r>
          </a:p>
          <a:p xmlns:a="http://schemas.openxmlformats.org/drawingml/2006/main">
            <a:pPr>
              <a:defRPr sz="825" b="1">
                <a:solidFill>
                  <a:srgbClr val="064B57"/>
                </a:solidFill>
              </a:defRPr>
            </a:pPr>
            <a:r>
              <a:rPr sz="825" b="1">
                <a:solidFill>
                  <a:srgbClr val="064B57"/>
                </a:solidFill>
              </a:rPr>
              <a:t>circuit breaker</a:t>
            </a:r>
          </a:p>
        </p:txBody>
      </p:sp>
      <p:sp>
        <p:nvSpPr>
          <p:cNvPr id="102" name="consumer">
            <a:extLst xmlns:a="http://schemas.openxmlformats.org/drawingml/2006/main">
              <a:ext uri="{FF2B5EF4-FFF2-40B4-BE49-F238E27FC236}">
                <a16:creationId xmlns:a16="http://schemas.microsoft.com/office/drawing/2014/main" id="{8FCFEF00-D5DA-4938-94CB-4783FEC3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90825"/>
            <a:ext cx="18669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596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64B57"/>
                </a:solidFill>
              </a:defRPr>
            </a:pPr>
            <a:r>
              <a:rPr sz="900" b="1">
                <a:solidFill>
                  <a:srgbClr val="064B57"/>
                </a:solidFill>
              </a:rPr>
              <a:t>CONSUMER GROUP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00" b="1">
                <a:solidFill>
                  <a:srgbClr val="064B57"/>
                </a:solidFill>
              </a:defRPr>
            </a:pPr>
            <a:r>
              <a:rPr sz="900" b="1">
                <a:solidFill>
                  <a:srgbClr val="064B57"/>
                </a:solidFill>
              </a:rPr>
              <a:t>XREADGROUP → handler</a:t>
            </a:r>
          </a:p>
          <a:p xmlns:a="http://schemas.openxmlformats.org/drawingml/2006/main">
            <a:pPr>
              <a:defRPr sz="900" b="1">
                <a:solidFill>
                  <a:srgbClr val="064B57"/>
                </a:solidFill>
              </a:defRPr>
            </a:pPr>
            <a:r>
              <a:rPr sz="900" b="1">
                <a:solidFill>
                  <a:srgbClr val="064B57"/>
                </a:solidFill>
              </a:rPr>
              <a:t>XACK após sucesso</a:t>
            </a:r>
          </a:p>
        </p:txBody>
      </p:sp>
      <p:sp>
        <p:nvSpPr>
          <p:cNvPr id="103" name="technical-cache">
            <a:extLst xmlns:a="http://schemas.openxmlformats.org/drawingml/2006/main">
              <a:ext uri="{FF2B5EF4-FFF2-40B4-BE49-F238E27FC236}">
                <a16:creationId xmlns:a16="http://schemas.microsoft.com/office/drawing/2014/main" id="{9ED62323-18F5-4657-8AF9-17A4A075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10100"/>
            <a:ext cx="1809750" cy="1019175"/>
          </a:xfrm>
          <a:prstGeom xmlns:a="http://schemas.openxmlformats.org/drawingml/2006/main" prst="roundRect">
            <a:avLst>
              <a:gd name="adj" fmla="val 11215"/>
            </a:avLst>
          </a:prstGeom>
          <a:solidFill xmlns:a="http://schemas.openxmlformats.org/drawingml/2006/main">
            <a:srgbClr val="EAF2EA"/>
          </a:solidFill>
          <a:ln xmlns:a="http://schemas.openxmlformats.org/drawingml/2006/main" w="11430">
            <a:solidFill>
              <a:srgbClr val="4F7D5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d708865264bbb"/>
          <a:stretch xmlns:a="http://schemas.openxmlformats.org/drawingml/2006/main"/>
        </p:blipFill>
        <p:spPr>
          <a:xfrm xmlns:a="http://schemas.openxmlformats.org/drawingml/2006/main">
            <a:off x="3943350" y="4829175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105" name="technical-cache-label">
            <a:extLst xmlns:a="http://schemas.openxmlformats.org/drawingml/2006/main">
              <a:ext uri="{FF2B5EF4-FFF2-40B4-BE49-F238E27FC236}">
                <a16:creationId xmlns:a16="http://schemas.microsoft.com/office/drawing/2014/main" id="{83799392-31C2-4A4F-A6C0-B2EFDB6F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752975"/>
            <a:ext cx="876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2D2A"/>
                </a:solidFill>
              </a:defRPr>
            </a:pPr>
            <a:r>
              <a:rPr sz="900" b="1">
                <a:solidFill>
                  <a:srgbClr val="312D2A"/>
                </a:solidFill>
              </a:rPr>
              <a:t>OCI Cache</a:t>
            </a:r>
          </a:p>
          <a:p xmlns:a="http://schemas.openxmlformats.org/drawingml/2006/main">
            <a:pPr>
              <a:defRPr sz="900" b="1">
                <a:solidFill>
                  <a:srgbClr val="312D2A"/>
                </a:solidFill>
              </a:defRPr>
            </a:pPr>
            <a:r>
              <a:rPr sz="900" b="1">
                <a:solidFill>
                  <a:srgbClr val="312D2A"/>
                </a:solidFill>
              </a:rPr>
              <a:t>TLS + FQDN</a:t>
            </a:r>
          </a:p>
          <a:p xmlns:a="http://schemas.openxmlformats.org/drawingml/2006/main">
            <a:pPr>
              <a:defRPr sz="900" b="1">
                <a:solidFill>
                  <a:srgbClr val="312D2A"/>
                </a:solidFill>
              </a:defRPr>
            </a:pPr>
            <a:r>
              <a:rPr sz="900" b="1">
                <a:solidFill>
                  <a:srgbClr val="312D2A"/>
                </a:solidFill>
              </a:rPr>
              <a:t>Streams + PEL</a:t>
            </a:r>
          </a:p>
        </p:txBody>
      </p:sp>
      <p:sp>
        <p:nvSpPr>
          <p:cNvPr id="106" name="recovery-worker">
            <a:extLst xmlns:a="http://schemas.openxmlformats.org/drawingml/2006/main">
              <a:ext uri="{FF2B5EF4-FFF2-40B4-BE49-F238E27FC236}">
                <a16:creationId xmlns:a16="http://schemas.microsoft.com/office/drawing/2014/main" id="{4E0D6331-FA14-4444-9908-4BD5AAFF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610100"/>
            <a:ext cx="1809750" cy="1019175"/>
          </a:xfrm>
          <a:prstGeom xmlns:a="http://schemas.openxmlformats.org/drawingml/2006/main" prst="roundRect">
            <a:avLst>
              <a:gd name="adj" fmla="val 11215"/>
            </a:avLst>
          </a:prstGeom>
          <a:solidFill xmlns:a="http://schemas.openxmlformats.org/drawingml/2006/main">
            <a:srgbClr val="F8ECE5"/>
          </a:solidFill>
          <a:ln xmlns:a="http://schemas.openxmlformats.org/drawingml/2006/main" w="11430">
            <a:solidFill>
              <a:srgbClr val="AE562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E562C"/>
                </a:solidFill>
              </a:defRPr>
            </a:pPr>
            <a:r>
              <a:rPr sz="900" b="1">
                <a:solidFill>
                  <a:srgbClr val="AE562C"/>
                </a:solidFill>
              </a:rPr>
              <a:t>RECOVERY WORKER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00" b="1">
                <a:solidFill>
                  <a:srgbClr val="AE562C"/>
                </a:solidFill>
              </a:defRPr>
            </a:pPr>
            <a:r>
              <a:rPr sz="900" b="1">
                <a:solidFill>
                  <a:srgbClr val="AE562C"/>
                </a:solidFill>
              </a:rPr>
              <a:t>XPENDING</a:t>
            </a:r>
          </a:p>
          <a:p xmlns:a="http://schemas.openxmlformats.org/drawingml/2006/main">
            <a:pPr>
              <a:defRPr sz="900" b="1">
                <a:solidFill>
                  <a:srgbClr val="AE562C"/>
                </a:solidFill>
              </a:defRPr>
            </a:pPr>
            <a:r>
              <a:rPr sz="900" b="1">
                <a:solidFill>
                  <a:srgbClr val="AE562C"/>
                </a:solidFill>
              </a:rPr>
              <a:t>XAUTOCLAIM / XCLAIM</a:t>
            </a:r>
          </a:p>
        </p:txBody>
      </p:sp>
      <p:sp>
        <p:nvSpPr>
          <p:cNvPr id="107" name="dead-letter-stream">
            <a:extLst xmlns:a="http://schemas.openxmlformats.org/drawingml/2006/main">
              <a:ext uri="{FF2B5EF4-FFF2-40B4-BE49-F238E27FC236}">
                <a16:creationId xmlns:a16="http://schemas.microsoft.com/office/drawing/2014/main" id="{3EFCD9EC-D2FE-4B4A-A128-2CF71A0D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610100"/>
            <a:ext cx="1562100" cy="1019175"/>
          </a:xfrm>
          <a:prstGeom xmlns:a="http://schemas.openxmlformats.org/drawingml/2006/main" prst="roundRect">
            <a:avLst>
              <a:gd name="adj" fmla="val 11215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11430">
            <a:solidFill>
              <a:srgbClr val="B331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3312D"/>
                </a:solidFill>
              </a:defRPr>
            </a:pPr>
            <a:r>
              <a:rPr sz="825" b="1">
                <a:solidFill>
                  <a:srgbClr val="B3312D"/>
                </a:solidFill>
              </a:rPr>
              <a:t>DEAD LETTER STREAM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1">
                <a:solidFill>
                  <a:srgbClr val="B3312D"/>
                </a:solidFill>
              </a:defRPr>
            </a:pPr>
            <a:r>
              <a:rPr sz="825" b="1">
                <a:solidFill>
                  <a:srgbClr val="B3312D"/>
                </a:solidFill>
              </a:rPr>
              <a:t>3–5 tentativas</a:t>
            </a:r>
          </a:p>
          <a:p xmlns:a="http://schemas.openxmlformats.org/drawingml/2006/main">
            <a:pPr>
              <a:defRPr sz="825" b="1">
                <a:solidFill>
                  <a:srgbClr val="B3312D"/>
                </a:solidFill>
              </a:defRPr>
            </a:pPr>
            <a:r>
              <a:rPr sz="825" b="1">
                <a:solidFill>
                  <a:srgbClr val="B3312D"/>
                </a:solidFill>
              </a:rPr>
              <a:t>Lua: XADD DLQ + XACK</a:t>
            </a:r>
          </a:p>
        </p:txBody>
      </p:sp>
      <p:sp>
        <p:nvSpPr>
          <p:cNvPr id="108" name="technical-control-plane">
            <a:extLst xmlns:a="http://schemas.openxmlformats.org/drawingml/2006/main">
              <a:ext uri="{FF2B5EF4-FFF2-40B4-BE49-F238E27FC236}">
                <a16:creationId xmlns:a16="http://schemas.microsoft.com/office/drawing/2014/main" id="{98533BA8-8D95-42B5-89DF-B41AE80F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266950"/>
            <a:ext cx="1047750" cy="12001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3CF"/>
            </a:solidFill>
            <a:prstDash val="solid"/>
          </a:ln>
        </p:spPr>
      </p:sp>
      <p:pic>
        <p:nvPicPr>
          <p:cNvPr id="1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d904e4962468f"/>
          <a:stretch xmlns:a="http://schemas.openxmlformats.org/drawingml/2006/main"/>
        </p:blipFill>
        <p:spPr>
          <a:xfrm xmlns:a="http://schemas.openxmlformats.org/drawingml/2006/main">
            <a:off x="10353675" y="2428875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110" name="technical-control-label">
            <a:extLst xmlns:a="http://schemas.openxmlformats.org/drawingml/2006/main">
              <a:ext uri="{FF2B5EF4-FFF2-40B4-BE49-F238E27FC236}">
                <a16:creationId xmlns:a16="http://schemas.microsoft.com/office/drawing/2014/main" id="{72B587E2-AD9C-425D-A3D9-A87122C0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02895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312D2A"/>
                </a:solidFill>
              </a:defRPr>
            </a:pPr>
            <a:r>
              <a:rPr sz="675" b="1">
                <a:solidFill>
                  <a:srgbClr val="312D2A"/>
                </a:solidFill>
              </a:rPr>
              <a:t>provisionar • testar</a:t>
            </a:r>
          </a:p>
          <a:p xmlns:a="http://schemas.openxmlformats.org/drawingml/2006/main">
            <a:pPr>
              <a:defRPr sz="675" b="1">
                <a:solidFill>
                  <a:srgbClr val="312D2A"/>
                </a:solidFill>
              </a:defRPr>
            </a:pPr>
            <a:r>
              <a:rPr sz="675" b="1">
                <a:solidFill>
                  <a:srgbClr val="312D2A"/>
                </a:solidFill>
              </a:rPr>
              <a:t>promover endpoint</a:t>
            </a:r>
          </a:p>
        </p:txBody>
      </p:sp>
      <p:sp>
        <p:nvSpPr>
          <p:cNvPr id="111" name="technical-metrics">
            <a:extLst xmlns:a="http://schemas.openxmlformats.org/drawingml/2006/main">
              <a:ext uri="{FF2B5EF4-FFF2-40B4-BE49-F238E27FC236}">
                <a16:creationId xmlns:a16="http://schemas.microsoft.com/office/drawing/2014/main" id="{3C37B822-90D3-48AE-B0EB-D08BE396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476750"/>
            <a:ext cx="1047750" cy="12001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3CF"/>
            </a:solidFill>
            <a:prstDash val="solid"/>
          </a:ln>
        </p:spPr>
      </p:sp>
      <p:pic>
        <p:nvPicPr>
          <p:cNvPr id="1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2e7566d244e63"/>
          <a:stretch xmlns:a="http://schemas.openxmlformats.org/drawingml/2006/main"/>
        </p:blipFill>
        <p:spPr>
          <a:xfrm xmlns:a="http://schemas.openxmlformats.org/drawingml/2006/main">
            <a:off x="10353675" y="4638675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113" name="technical-metrics-label">
            <a:extLst xmlns:a="http://schemas.openxmlformats.org/drawingml/2006/main">
              <a:ext uri="{FF2B5EF4-FFF2-40B4-BE49-F238E27FC236}">
                <a16:creationId xmlns:a16="http://schemas.microsoft.com/office/drawing/2014/main" id="{F687C536-35E1-44B5-BA3E-AA788E51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523875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312D2A"/>
                </a:solidFill>
              </a:defRPr>
            </a:pPr>
            <a:r>
              <a:rPr sz="675" b="1">
                <a:solidFill>
                  <a:srgbClr val="312D2A"/>
                </a:solidFill>
              </a:rPr>
              <a:t>lag • PEL • retries</a:t>
            </a:r>
          </a:p>
          <a:p xmlns:a="http://schemas.openxmlformats.org/drawingml/2006/main">
            <a:pPr>
              <a:defRPr sz="675" b="1">
                <a:solidFill>
                  <a:srgbClr val="312D2A"/>
                </a:solidFill>
              </a:defRPr>
            </a:pPr>
            <a:r>
              <a:rPr sz="675" b="1">
                <a:solidFill>
                  <a:srgbClr val="312D2A"/>
                </a:solidFill>
              </a:rPr>
              <a:t>DLQ • circuit state</a:t>
            </a:r>
          </a:p>
        </p:txBody>
      </p:sp>
      <p:cxnSp>
        <p:nvCxnSpPr>
          <p:cNvPr id="154" name=""/>
          <p:cNvCxnSpPr>
            <a:stCxn xmlns:a="http://schemas.openxmlformats.org/drawingml/2006/main" id="97" idx="3"/>
            <a:endCxn xmlns:a="http://schemas.openxmlformats.org/drawingml/2006/main" id="100" idx="1"/>
          </p:cNvCxnSpPr>
          <p:nvPr/>
        </p:nvCxnSpPr>
        <p:spPr>
          <a:xfrm xmlns:a="http://schemas.openxmlformats.org/drawingml/2006/main" flipV="1">
            <a:off x="2057400" y="3286125"/>
            <a:ext cx="1647825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12D2A"/>
            </a:solidFill>
            <a:prstDash val="solid"/>
            <a:tailEnd type="arrow" w="med" len="med"/>
          </a:ln>
        </p:spPr>
      </p:cxnSp>
      <p:cxnSp>
        <p:nvCxnSpPr>
          <p:cNvPr id="155" name=""/>
          <p:cNvCxnSpPr>
            <a:stCxn xmlns:a="http://schemas.openxmlformats.org/drawingml/2006/main" id="100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5276850" y="32861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F5964"/>
            </a:solidFill>
            <a:prstDash val="solid"/>
            <a:tailEnd type="arrow" w="med" len="med"/>
          </a:ln>
        </p:spPr>
      </p:cxnSp>
      <p:cxnSp>
        <p:nvCxnSpPr>
          <p:cNvPr id="156" name=""/>
          <p:cNvCxnSpPr>
            <a:stCxn xmlns:a="http://schemas.openxmlformats.org/drawingml/2006/main" id="101" idx="2"/>
            <a:endCxn xmlns:a="http://schemas.openxmlformats.org/drawingml/2006/main" id="102" idx="2"/>
          </p:cNvCxnSpPr>
          <p:nvPr/>
        </p:nvCxnSpPr>
        <p:spPr>
          <a:xfrm xmlns:a="http://schemas.openxmlformats.org/drawingml/2006/main">
            <a:off x="6229350" y="3781425"/>
            <a:ext cx="1885950" cy="228600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0F5964"/>
            </a:solidFill>
            <a:prstDash val="solid"/>
            <a:headEnd type="arrow" w="sm" len="sm"/>
            <a:tailEnd type="arrow" w="med" len="med"/>
          </a:ln>
        </p:spPr>
      </p:cxnSp>
      <p:cxnSp>
        <p:nvCxnSpPr>
          <p:cNvPr id="157" name=""/>
          <p:cNvCxnSpPr>
            <a:stCxn xmlns:a="http://schemas.openxmlformats.org/drawingml/2006/main" id="101" idx="2"/>
            <a:endCxn xmlns:a="http://schemas.openxmlformats.org/drawingml/2006/main" id="103" idx="0"/>
          </p:cNvCxnSpPr>
          <p:nvPr/>
        </p:nvCxnSpPr>
        <p:spPr>
          <a:xfrm xmlns:a="http://schemas.openxmlformats.org/drawingml/2006/main" flipH="1">
            <a:off x="4686300" y="3781425"/>
            <a:ext cx="1543050" cy="828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4F7D59"/>
            </a:solidFill>
            <a:prstDash val="solid"/>
            <a:tailEnd type="arrow" w="med" len="med"/>
          </a:ln>
        </p:spPr>
      </p:cxnSp>
      <p:cxnSp>
        <p:nvCxnSpPr>
          <p:cNvPr id="158" name=""/>
          <p:cNvCxnSpPr>
            <a:stCxn xmlns:a="http://schemas.openxmlformats.org/drawingml/2006/main" id="103" idx="0"/>
            <a:endCxn xmlns:a="http://schemas.openxmlformats.org/drawingml/2006/main" id="102" idx="2"/>
          </p:cNvCxnSpPr>
          <p:nvPr/>
        </p:nvCxnSpPr>
        <p:spPr>
          <a:xfrm xmlns:a="http://schemas.openxmlformats.org/drawingml/2006/main" flipV="1">
            <a:off x="4686300" y="3781425"/>
            <a:ext cx="3429000" cy="828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4F7D59"/>
            </a:solidFill>
            <a:prstDash val="solid"/>
            <a:tailEnd type="arrow" w="med" len="med"/>
          </a:ln>
        </p:spPr>
      </p:cxnSp>
      <p:cxnSp>
        <p:nvCxnSpPr>
          <p:cNvPr id="159" name=""/>
          <p:cNvCxnSpPr>
            <a:stCxn xmlns:a="http://schemas.openxmlformats.org/drawingml/2006/main" id="103" idx="0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4686300" y="4381500"/>
            <a:ext cx="2095500" cy="228600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AE562C"/>
            </a:solidFill>
            <a:prstDash val="solid"/>
            <a:tailEnd type="arrow" w="med" len="med"/>
          </a:ln>
        </p:spPr>
      </p:cxnSp>
      <p:cxnSp>
        <p:nvCxnSpPr>
          <p:cNvPr id="160" name=""/>
          <p:cNvCxnSpPr>
            <a:stCxn xmlns:a="http://schemas.openxmlformats.org/drawingml/2006/main" id="106" idx="0"/>
            <a:endCxn xmlns:a="http://schemas.openxmlformats.org/drawingml/2006/main" id="102" idx="2"/>
          </p:cNvCxnSpPr>
          <p:nvPr/>
        </p:nvCxnSpPr>
        <p:spPr>
          <a:xfrm xmlns:a="http://schemas.openxmlformats.org/drawingml/2006/main" flipV="1">
            <a:off x="6781800" y="3781425"/>
            <a:ext cx="1333500" cy="828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AE562C"/>
            </a:solidFill>
            <a:prstDash val="dash"/>
            <a:tailEnd type="arrow" w="med" len="med"/>
          </a:ln>
        </p:spPr>
      </p:cxnSp>
      <p:cxnSp>
        <p:nvCxnSpPr>
          <p:cNvPr id="161" name=""/>
          <p:cNvCxnSpPr>
            <a:stCxn xmlns:a="http://schemas.openxmlformats.org/drawingml/2006/main" id="106" idx="0"/>
            <a:endCxn xmlns:a="http://schemas.openxmlformats.org/drawingml/2006/main" id="107" idx="0"/>
          </p:cNvCxnSpPr>
          <p:nvPr/>
        </p:nvCxnSpPr>
        <p:spPr>
          <a:xfrm xmlns:a="http://schemas.openxmlformats.org/drawingml/2006/main">
            <a:off x="6781800" y="4381500"/>
            <a:ext cx="1971675" cy="228600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B3312D"/>
            </a:solidFill>
            <a:prstDash val="solid"/>
            <a:tailEnd type="arrow" w="med" len="med"/>
          </a:ln>
        </p:spPr>
      </p:cxnSp>
      <p:cxnSp>
        <p:nvCxnSpPr>
          <p:cNvPr id="162" name=""/>
          <p:cNvCxnSpPr>
            <a:stCxn xmlns:a="http://schemas.openxmlformats.org/drawingml/2006/main" id="108" idx="1"/>
            <a:endCxn xmlns:a="http://schemas.openxmlformats.org/drawingml/2006/main" id="101" idx="0"/>
          </p:cNvCxnSpPr>
          <p:nvPr/>
        </p:nvCxnSpPr>
        <p:spPr>
          <a:xfrm xmlns:a="http://schemas.openxmlformats.org/drawingml/2006/main" flipH="1" flipV="1">
            <a:off x="6229350" y="2562225"/>
            <a:ext cx="3895725" cy="304800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AE562C"/>
            </a:solidFill>
            <a:prstDash val="dash"/>
            <a:tailEnd type="arrow" w="med" len="med"/>
          </a:ln>
        </p:spPr>
      </p:cxnSp>
      <p:cxnSp>
        <p:nvCxnSpPr>
          <p:cNvPr id="163" name=""/>
          <p:cNvCxnSpPr>
            <a:stCxn xmlns:a="http://schemas.openxmlformats.org/drawingml/2006/main" id="102" idx="3"/>
            <a:endCxn xmlns:a="http://schemas.openxmlformats.org/drawingml/2006/main" id="111" idx="1"/>
          </p:cNvCxnSpPr>
          <p:nvPr/>
        </p:nvCxnSpPr>
        <p:spPr>
          <a:xfrm xmlns:a="http://schemas.openxmlformats.org/drawingml/2006/main">
            <a:off x="9048750" y="3286125"/>
            <a:ext cx="1076325" cy="1790700"/>
          </a:xfrm>
          <a:prstGeom xmlns:a="http://schemas.openxmlformats.org/drawingml/2006/main" prst="bentConnector3">
            <a:avLst>
              <a:gd name="adj1" fmla="val 78761"/>
            </a:avLst>
          </a:prstGeom>
          <a:ln xmlns:a="http://schemas.openxmlformats.org/drawingml/2006/main" w="20955">
            <a:solidFill>
              <a:srgbClr val="6B6662"/>
            </a:solidFill>
            <a:prstDash val="dash"/>
            <a:tailEnd type="arrow" w="med" len="med"/>
          </a:ln>
        </p:spPr>
      </p:cxnSp>
      <p:sp>
        <p:nvSpPr>
          <p:cNvPr id="124" name="pill-AT-LEAST-ONCE">
            <a:extLst xmlns:a="http://schemas.openxmlformats.org/drawingml/2006/main">
              <a:ext uri="{FF2B5EF4-FFF2-40B4-BE49-F238E27FC236}">
                <a16:creationId xmlns:a16="http://schemas.microsoft.com/office/drawing/2014/main" id="{87082F38-90D8-46A7-AC95-B4239F95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91200"/>
            <a:ext cx="1104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964"/>
          </a:solidFill>
          <a:ln xmlns:a="http://schemas.openxmlformats.org/drawingml/2006/main" w="11430">
            <a:solidFill>
              <a:srgbClr val="0F59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AT-LEAST-ONCE</a:t>
            </a:r>
          </a:p>
        </p:txBody>
      </p:sp>
      <p:sp>
        <p:nvSpPr>
          <p:cNvPr id="125" name="pill-ACK APÓS SUCESSO">
            <a:extLst xmlns:a="http://schemas.openxmlformats.org/drawingml/2006/main">
              <a:ext uri="{FF2B5EF4-FFF2-40B4-BE49-F238E27FC236}">
                <a16:creationId xmlns:a16="http://schemas.microsoft.com/office/drawing/2014/main" id="{99241165-2C0F-4090-A1D6-2DAED9FC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91200"/>
            <a:ext cx="1409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D59"/>
          </a:solidFill>
          <a:ln xmlns:a="http://schemas.openxmlformats.org/drawingml/2006/main" w="11430">
            <a:solidFill>
              <a:srgbClr val="4F7D5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ACK APÓS SUCESSO</a:t>
            </a:r>
          </a:p>
        </p:txBody>
      </p:sp>
      <p:sp>
        <p:nvSpPr>
          <p:cNvPr id="126" name="pill-RECLAIM ÓRFÃOS">
            <a:extLst xmlns:a="http://schemas.openxmlformats.org/drawingml/2006/main">
              <a:ext uri="{FF2B5EF4-FFF2-40B4-BE49-F238E27FC236}">
                <a16:creationId xmlns:a16="http://schemas.microsoft.com/office/drawing/2014/main" id="{236D96BC-1745-405B-AA5A-626E3E1B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79120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E562C"/>
          </a:solidFill>
          <a:ln xmlns:a="http://schemas.openxmlformats.org/drawingml/2006/main" w="11430">
            <a:solidFill>
              <a:srgbClr val="AE562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RECLAIM ÓRFÃOS</a:t>
            </a:r>
          </a:p>
        </p:txBody>
      </p:sp>
      <p:sp>
        <p:nvSpPr>
          <p:cNvPr id="127" name="pill-DLQ ATÔMICA + MÉTRICAS">
            <a:extLst xmlns:a="http://schemas.openxmlformats.org/drawingml/2006/main">
              <a:ext uri="{FF2B5EF4-FFF2-40B4-BE49-F238E27FC236}">
                <a16:creationId xmlns:a16="http://schemas.microsoft.com/office/drawing/2014/main" id="{FA6ED9A4-7D06-4883-882D-B5274CA1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791200"/>
            <a:ext cx="1581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312D"/>
          </a:solidFill>
          <a:ln xmlns:a="http://schemas.openxmlformats.org/drawingml/2006/main" w="11430">
            <a:solidFill>
              <a:srgbClr val="B331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DLQ ATÔMICA + MÉTRICAS</a:t>
            </a:r>
          </a:p>
        </p:txBody>
      </p:sp>
    </p:spTree>
    <p:extLst>
      <p:ext uri="{BB962C8B-B14F-4D97-AF65-F5344CB8AC3E}">
        <p14:creationId xmlns:p14="http://schemas.microsoft.com/office/powerpoint/2010/main" val="3190599177"/>
      </p:ext>
    </p:extLst>
  </p:cSld>
</p:sld>
</file>

<file path=ppt/theme/theme1.xml><?xml version="1.0" encoding="utf-8"?>
<a:theme xmlns:a="http://schemas.openxmlformats.org/drawingml/2006/main" name="Oracle-Redwood">
  <a:themeElements>
    <a:clrScheme name="OCI Diagram Theme">
      <a:dk1>
        <a:srgbClr val="312D2A"/>
      </a:dk1>
      <a:lt1>
        <a:srgbClr val="FCFBFA"/>
      </a:lt1>
      <a:dk2>
        <a:srgbClr val="312D2A"/>
      </a:dk2>
      <a:lt2>
        <a:srgbClr val="F5F4F2"/>
      </a:lt2>
      <a:accent1>
        <a:srgbClr val="C74634"/>
      </a:accent1>
      <a:accent2>
        <a:srgbClr val="DFDCD8"/>
      </a:accent2>
      <a:accent3>
        <a:srgbClr val="9E9892"/>
      </a:accent3>
      <a:accent4>
        <a:srgbClr val="70736E"/>
      </a:accent4>
      <a:accent5>
        <a:srgbClr val="AE562C"/>
      </a:accent5>
      <a:accent6>
        <a:srgbClr val="759C6C"/>
      </a:accent6>
      <a:hlink>
        <a:srgbClr val="00688C"/>
      </a:hlink>
      <a:folHlink>
        <a:srgbClr val="00688C"/>
      </a:folHlink>
    </a:clrScheme>
    <a:fontScheme name="Oracle Sans Tabular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OCI Diagram Them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>
          <a:solidFill>
            <a:schemeClr val="phClr">
              <a:shade val="65000"/>
            </a:schemeClr>
          </a:solidFill>
          <a:prstDash val="solid"/>
        </a:ln>
        <a:ln w="3175">
          <a:solidFill>
            <a:schemeClr val="phClr"/>
          </a:solidFill>
          <a:prstDash val="solid"/>
        </a:ln>
        <a:ln w="0">
          <a:noFill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2026-07-27T17:42:47.1970000Z</dcterms:created>
  <dcterms:modified xsi:type="dcterms:W3CDTF">2026-07-27T17:42:47.1970000Z</dcterms:modified>
</coreProperties>
</file>